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handoutMasterIdLst>
    <p:handoutMasterId r:id="rId26"/>
  </p:handoutMasterIdLst>
  <p:sldIdLst>
    <p:sldId id="256" r:id="rId5"/>
    <p:sldId id="257" r:id="rId6"/>
    <p:sldId id="270" r:id="rId7"/>
    <p:sldId id="265" r:id="rId8"/>
    <p:sldId id="266" r:id="rId9"/>
    <p:sldId id="271" r:id="rId10"/>
    <p:sldId id="267" r:id="rId11"/>
    <p:sldId id="272" r:id="rId12"/>
    <p:sldId id="262" r:id="rId13"/>
    <p:sldId id="263" r:id="rId14"/>
    <p:sldId id="264" r:id="rId15"/>
    <p:sldId id="273" r:id="rId16"/>
    <p:sldId id="268" r:id="rId17"/>
    <p:sldId id="274" r:id="rId18"/>
    <p:sldId id="259" r:id="rId19"/>
    <p:sldId id="261" r:id="rId20"/>
    <p:sldId id="275" r:id="rId21"/>
    <p:sldId id="260" r:id="rId22"/>
    <p:sldId id="276" r:id="rId23"/>
    <p:sldId id="269" r:id="rId24"/>
  </p:sldIdLst>
  <p:sldSz cx="9144000" cy="5145088"/>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7">
          <p15:clr>
            <a:srgbClr val="A4A3A4"/>
          </p15:clr>
        </p15:guide>
        <p15:guide id="2" orient="horz" pos="553">
          <p15:clr>
            <a:srgbClr val="A4A3A4"/>
          </p15:clr>
        </p15:guide>
        <p15:guide id="3" orient="horz" pos="1801">
          <p15:clr>
            <a:srgbClr val="A4A3A4"/>
          </p15:clr>
        </p15:guide>
        <p15:guide id="4" orient="horz" pos="2935">
          <p15:clr>
            <a:srgbClr val="A4A3A4"/>
          </p15:clr>
        </p15:guide>
        <p15:guide id="5" pos="2940">
          <p15:clr>
            <a:srgbClr val="A4A3A4"/>
          </p15:clr>
        </p15:guide>
        <p15:guide id="6" pos="2832">
          <p15:clr>
            <a:srgbClr val="A4A3A4"/>
          </p15:clr>
        </p15:guide>
        <p15:guide id="7" pos="5538">
          <p15:clr>
            <a:srgbClr val="A4A3A4"/>
          </p15:clr>
        </p15:guide>
        <p15:guide id="8" pos="23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houhan Nirdosh HYD DIIEU43" initials="GNHD" lastIdx="1" clrIdx="0">
    <p:extLst>
      <p:ext uri="{19B8F6BF-5375-455C-9EA6-DF929625EA0E}">
        <p15:presenceInfo xmlns:p15="http://schemas.microsoft.com/office/powerpoint/2012/main" userId="S::singh.nirdosh@zf.com::60911c23-8bc9-40f7-9229-337eb3aa91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179BF"/>
    <a:srgbClr val="00ABE7"/>
    <a:srgbClr val="7FD5F3"/>
    <a:srgbClr val="BFEAF9"/>
    <a:srgbClr val="81BCDF"/>
    <a:srgbClr val="004D7A"/>
    <a:srgbClr val="7FA5BC"/>
    <a:srgbClr val="DD0C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27" autoAdjust="0"/>
    <p:restoredTop sz="94660"/>
  </p:normalViewPr>
  <p:slideViewPr>
    <p:cSldViewPr snapToGrid="0" snapToObjects="1">
      <p:cViewPr varScale="1">
        <p:scale>
          <a:sx n="191" d="100"/>
          <a:sy n="191" d="100"/>
        </p:scale>
        <p:origin x="156" y="858"/>
      </p:cViewPr>
      <p:guideLst>
        <p:guide orient="horz" pos="1687"/>
        <p:guide orient="horz" pos="553"/>
        <p:guide orient="horz" pos="1801"/>
        <p:guide orient="horz" pos="2935"/>
        <p:guide pos="2940"/>
        <p:guide pos="2832"/>
        <p:guide pos="5538"/>
        <p:guide pos="234"/>
      </p:guideLst>
    </p:cSldViewPr>
  </p:slideViewPr>
  <p:notesTextViewPr>
    <p:cViewPr>
      <p:scale>
        <a:sx n="1" d="1"/>
        <a:sy n="1" d="1"/>
      </p:scale>
      <p:origin x="0" y="0"/>
    </p:cViewPr>
  </p:notesTextViewPr>
  <p:notesViewPr>
    <p:cSldViewPr snapToGrid="0" snapToObjects="1">
      <p:cViewPr varScale="1">
        <p:scale>
          <a:sx n="85" d="100"/>
          <a:sy n="85" d="100"/>
        </p:scale>
        <p:origin x="-383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sz="1000" dirty="0"/>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7581487-DED7-4908-9A01-0A45EDCB1D6C}" type="datetimeFigureOut">
              <a:rPr lang="de-DE" sz="1000" smtClean="0"/>
              <a:t>15.07.2021</a:t>
            </a:fld>
            <a:endParaRPr lang="de-DE" sz="1000"/>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sz="1000"/>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F42A22D-1E89-46D3-A8B1-76349A9A3E3A}" type="slidenum">
              <a:rPr lang="de-DE" sz="1000" smtClean="0"/>
              <a:t>‹#›</a:t>
            </a:fld>
            <a:endParaRPr lang="de-DE" sz="1000"/>
          </a:p>
        </p:txBody>
      </p:sp>
    </p:spTree>
    <p:extLst>
      <p:ext uri="{BB962C8B-B14F-4D97-AF65-F5344CB8AC3E}">
        <p14:creationId xmlns:p14="http://schemas.microsoft.com/office/powerpoint/2010/main" val="527662289"/>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359999" y="360000"/>
            <a:ext cx="6120000" cy="3444294"/>
          </a:xfrm>
          <a:prstGeom prst="rect">
            <a:avLst/>
          </a:prstGeom>
          <a:noFill/>
          <a:ln w="12700">
            <a:solidFill>
              <a:schemeClr val="tx1"/>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360000" y="3960000"/>
            <a:ext cx="6120000" cy="4860000"/>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Foliennummernplatzhalter 6"/>
          <p:cNvSpPr>
            <a:spLocks noGrp="1"/>
          </p:cNvSpPr>
          <p:nvPr>
            <p:ph type="sldNum" sz="quarter" idx="5"/>
          </p:nvPr>
        </p:nvSpPr>
        <p:spPr>
          <a:xfrm>
            <a:off x="3884613" y="8887522"/>
            <a:ext cx="2971800" cy="252000"/>
          </a:xfrm>
          <a:prstGeom prst="rect">
            <a:avLst/>
          </a:prstGeom>
        </p:spPr>
        <p:txBody>
          <a:bodyPr vert="horz" lIns="91440" tIns="45720" rIns="91440" bIns="45720" rtlCol="0" anchor="b"/>
          <a:lstStyle>
            <a:lvl1pPr algn="r">
              <a:defRPr sz="1000"/>
            </a:lvl1pPr>
          </a:lstStyle>
          <a:p>
            <a:fld id="{D61B4C21-2AF8-4513-9A88-12DEBB551087}" type="slidenum">
              <a:rPr lang="de-DE" smtClean="0"/>
              <a:pPr/>
              <a:t>‹#›</a:t>
            </a:fld>
            <a:endParaRPr lang="de-DE" dirty="0"/>
          </a:p>
        </p:txBody>
      </p:sp>
    </p:spTree>
    <p:extLst>
      <p:ext uri="{BB962C8B-B14F-4D97-AF65-F5344CB8AC3E}">
        <p14:creationId xmlns:p14="http://schemas.microsoft.com/office/powerpoint/2010/main" val="4022622575"/>
      </p:ext>
    </p:extLst>
  </p:cSld>
  <p:clrMap bg1="lt1" tx1="dk1" bg2="lt2" tx2="dk2" accent1="accent1" accent2="accent2" accent3="accent3" accent4="accent4" accent5="accent5" accent6="accent6" hlink="hlink" folHlink="folHlink"/>
  <p:hf/>
  <p:notesStyle>
    <a:lvl1pPr marL="0" algn="l" defTabSz="914400" rtl="0" eaLnBrk="1" latinLnBrk="0" hangingPunct="1">
      <a:defRPr sz="1000" kern="1200">
        <a:solidFill>
          <a:schemeClr val="tx1"/>
        </a:solidFill>
        <a:latin typeface="+mn-lt"/>
        <a:ea typeface="+mn-ea"/>
        <a:cs typeface="+mn-cs"/>
      </a:defRPr>
    </a:lvl1pPr>
    <a:lvl2pPr marL="216000" indent="-216000" algn="l" defTabSz="914400" rtl="0" eaLnBrk="1" latinLnBrk="0" hangingPunct="1">
      <a:buClr>
        <a:schemeClr val="tx2"/>
      </a:buClr>
      <a:buFont typeface="Tahoma" panose="020B0604030504040204" pitchFamily="34" charset="0"/>
      <a:buChar char="•"/>
      <a:defRPr sz="1000" kern="1200">
        <a:solidFill>
          <a:schemeClr val="tx1"/>
        </a:solidFill>
        <a:latin typeface="+mn-lt"/>
        <a:ea typeface="+mn-ea"/>
        <a:cs typeface="+mn-cs"/>
      </a:defRPr>
    </a:lvl2pPr>
    <a:lvl3pPr marL="432000" indent="-216000" algn="l" defTabSz="914400" rtl="0" eaLnBrk="1" latinLnBrk="0" hangingPunct="1">
      <a:buClr>
        <a:schemeClr val="tx2"/>
      </a:buClr>
      <a:buFont typeface="Tahoma" panose="020B0604030504040204" pitchFamily="34" charset="0"/>
      <a:buChar char="•"/>
      <a:defRPr sz="1000" kern="1200">
        <a:solidFill>
          <a:schemeClr val="tx1"/>
        </a:solidFill>
        <a:latin typeface="+mn-lt"/>
        <a:ea typeface="+mn-ea"/>
        <a:cs typeface="+mn-cs"/>
      </a:defRPr>
    </a:lvl3pPr>
    <a:lvl4pPr marL="648000" indent="-216000" algn="l" defTabSz="914400" rtl="0" eaLnBrk="1" latinLnBrk="0" hangingPunct="1">
      <a:buClr>
        <a:schemeClr val="tx2"/>
      </a:buClr>
      <a:buFont typeface="Tahoma" panose="020B0604030504040204" pitchFamily="34" charset="0"/>
      <a:buChar char="•"/>
      <a:defRPr sz="1000" kern="1200">
        <a:solidFill>
          <a:schemeClr val="tx1"/>
        </a:solidFill>
        <a:latin typeface="+mn-lt"/>
        <a:ea typeface="+mn-ea"/>
        <a:cs typeface="+mn-cs"/>
      </a:defRPr>
    </a:lvl4pPr>
    <a:lvl5pPr marL="864000" indent="-216000" algn="l" defTabSz="914400" rtl="0" eaLnBrk="1" latinLnBrk="0" hangingPunct="1">
      <a:buClr>
        <a:schemeClr val="tx2"/>
      </a:buClr>
      <a:buFont typeface="Tahoma" panose="020B060403050404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0"/>
          </p:nvPr>
        </p:nvSpPr>
        <p:spPr/>
        <p:txBody>
          <a:bodyPr/>
          <a:lstStyle/>
          <a:p>
            <a:fld id="{D61B4C21-2AF8-4513-9A88-12DEBB551087}" type="slidenum">
              <a:rPr lang="de-DE" smtClean="0"/>
              <a:t>1</a:t>
            </a:fld>
            <a:endParaRPr lang="de-DE"/>
          </a:p>
        </p:txBody>
      </p:sp>
      <p:sp>
        <p:nvSpPr>
          <p:cNvPr id="10" name="Folienbildplatzhalter 9"/>
          <p:cNvSpPr>
            <a:spLocks noGrp="1" noRot="1" noChangeAspect="1"/>
          </p:cNvSpPr>
          <p:nvPr>
            <p:ph type="sldImg"/>
          </p:nvPr>
        </p:nvSpPr>
        <p:spPr>
          <a:xfrm>
            <a:off x="360363" y="360363"/>
            <a:ext cx="6119812" cy="3443287"/>
          </a:xfrm>
        </p:spPr>
      </p:sp>
      <p:sp>
        <p:nvSpPr>
          <p:cNvPr id="11" name="Notizenplatzhalter 10"/>
          <p:cNvSpPr>
            <a:spLocks noGrp="1"/>
          </p:cNvSpPr>
          <p:nvPr>
            <p:ph type="body" idx="1"/>
          </p:nvPr>
        </p:nvSpPr>
        <p:spPr/>
        <p:txBody>
          <a:bodyPr/>
          <a:lstStyle/>
          <a:p>
            <a:endParaRPr lang="de-DE"/>
          </a:p>
        </p:txBody>
      </p:sp>
    </p:spTree>
    <p:extLst>
      <p:ext uri="{BB962C8B-B14F-4D97-AF65-F5344CB8AC3E}">
        <p14:creationId xmlns:p14="http://schemas.microsoft.com/office/powerpoint/2010/main" val="3471869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hteck 6"/>
          <p:cNvSpPr/>
          <p:nvPr userDrawn="1"/>
        </p:nvSpPr>
        <p:spPr>
          <a:xfrm>
            <a:off x="0" y="0"/>
            <a:ext cx="9144000" cy="5145988"/>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2" name="Titel 1"/>
          <p:cNvSpPr>
            <a:spLocks noGrp="1"/>
          </p:cNvSpPr>
          <p:nvPr>
            <p:ph type="ctrTitle"/>
          </p:nvPr>
        </p:nvSpPr>
        <p:spPr>
          <a:xfrm>
            <a:off x="359999" y="1485342"/>
            <a:ext cx="8424000" cy="1058309"/>
          </a:xfrm>
        </p:spPr>
        <p:txBody>
          <a:bodyPr/>
          <a:lstStyle>
            <a:lvl1pPr>
              <a:defRPr sz="3600">
                <a:solidFill>
                  <a:schemeClr val="bg1"/>
                </a:solidFill>
              </a:defRPr>
            </a:lvl1pPr>
          </a:lstStyle>
          <a:p>
            <a:r>
              <a:rPr lang="en-US"/>
              <a:t>Click to edit Master title style</a:t>
            </a:r>
            <a:endParaRPr lang="de-DE" dirty="0"/>
          </a:p>
        </p:txBody>
      </p:sp>
      <p:sp>
        <p:nvSpPr>
          <p:cNvPr id="3" name="Untertitel 2"/>
          <p:cNvSpPr>
            <a:spLocks noGrp="1"/>
          </p:cNvSpPr>
          <p:nvPr>
            <p:ph type="subTitle" idx="1"/>
          </p:nvPr>
        </p:nvSpPr>
        <p:spPr>
          <a:xfrm>
            <a:off x="0" y="0"/>
            <a:ext cx="3600" cy="3600"/>
          </a:xfrm>
        </p:spPr>
        <p:txBody>
          <a:bodyPr/>
          <a:lstStyle>
            <a:lvl1pPr marL="0" indent="0" algn="ctr">
              <a:buNone/>
              <a:defRPr sz="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5" name="Fußzeilenplatzhalter 4"/>
          <p:cNvSpPr>
            <a:spLocks noGrp="1"/>
          </p:cNvSpPr>
          <p:nvPr>
            <p:ph type="ftr" sz="quarter" idx="11"/>
          </p:nvPr>
        </p:nvSpPr>
        <p:spPr>
          <a:xfrm>
            <a:off x="359999" y="2730774"/>
            <a:ext cx="8424000" cy="252078"/>
          </a:xfrm>
        </p:spPr>
        <p:txBody>
          <a:bodyPr/>
          <a:lstStyle>
            <a:lvl1pPr>
              <a:defRPr sz="1200">
                <a:solidFill>
                  <a:schemeClr val="bg1"/>
                </a:solidFill>
              </a:defRPr>
            </a:lvl1pPr>
          </a:lstStyle>
          <a:p>
            <a:endParaRPr lang="de-DE" dirty="0"/>
          </a:p>
        </p:txBody>
      </p:sp>
      <p:pic>
        <p:nvPicPr>
          <p:cNvPr id="8" name="Grafik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9998" y="438285"/>
            <a:ext cx="864000" cy="864267"/>
          </a:xfrm>
          <a:prstGeom prst="rect">
            <a:avLst/>
          </a:prstGeom>
        </p:spPr>
      </p:pic>
    </p:spTree>
    <p:extLst>
      <p:ext uri="{BB962C8B-B14F-4D97-AF65-F5344CB8AC3E}">
        <p14:creationId xmlns:p14="http://schemas.microsoft.com/office/powerpoint/2010/main" val="421852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dirty="0"/>
          </a:p>
        </p:txBody>
      </p:sp>
      <p:sp>
        <p:nvSpPr>
          <p:cNvPr id="3" name="Inhaltsplatzhalt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Tree>
    <p:extLst>
      <p:ext uri="{BB962C8B-B14F-4D97-AF65-F5344CB8AC3E}">
        <p14:creationId xmlns:p14="http://schemas.microsoft.com/office/powerpoint/2010/main" val="4148235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el 1"/>
          <p:cNvSpPr>
            <a:spLocks noGrp="1"/>
          </p:cNvSpPr>
          <p:nvPr>
            <p:ph type="title"/>
          </p:nvPr>
        </p:nvSpPr>
        <p:spPr>
          <a:xfrm>
            <a:off x="360363" y="144001"/>
            <a:ext cx="8424001" cy="594000"/>
          </a:xfrm>
        </p:spPr>
        <p:txBody>
          <a:bodyPr/>
          <a:lstStyle/>
          <a:p>
            <a:r>
              <a:rPr lang="en-US"/>
              <a:t>Click to edit Master title style</a:t>
            </a:r>
            <a:endParaRPr lang="de-DE" dirty="0"/>
          </a:p>
        </p:txBody>
      </p:sp>
      <p:sp>
        <p:nvSpPr>
          <p:cNvPr id="3" name="Inhaltsplatzhalter 2"/>
          <p:cNvSpPr>
            <a:spLocks noGrp="1"/>
          </p:cNvSpPr>
          <p:nvPr>
            <p:ph idx="1"/>
          </p:nvPr>
        </p:nvSpPr>
        <p:spPr>
          <a:xfrm>
            <a:off x="360004" y="864268"/>
            <a:ext cx="4122737" cy="3781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idx="13"/>
          </p:nvPr>
        </p:nvSpPr>
        <p:spPr>
          <a:xfrm>
            <a:off x="4661096" y="864268"/>
            <a:ext cx="4122000" cy="3781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Tree>
    <p:extLst>
      <p:ext uri="{BB962C8B-B14F-4D97-AF65-F5344CB8AC3E}">
        <p14:creationId xmlns:p14="http://schemas.microsoft.com/office/powerpoint/2010/main" val="2634096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5" name="Inhaltsplatzhalter 1"/>
          <p:cNvSpPr>
            <a:spLocks noGrp="1"/>
          </p:cNvSpPr>
          <p:nvPr>
            <p:ph idx="1"/>
          </p:nvPr>
        </p:nvSpPr>
        <p:spPr bwMode="gray">
          <a:xfrm>
            <a:off x="360001" y="864268"/>
            <a:ext cx="2700000" cy="37811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Inhaltsplatzhalter 2"/>
          <p:cNvSpPr>
            <a:spLocks noGrp="1"/>
          </p:cNvSpPr>
          <p:nvPr>
            <p:ph idx="13"/>
          </p:nvPr>
        </p:nvSpPr>
        <p:spPr bwMode="gray">
          <a:xfrm>
            <a:off x="3222002" y="864268"/>
            <a:ext cx="2700000" cy="37811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sz="quarter" idx="14"/>
          </p:nvPr>
        </p:nvSpPr>
        <p:spPr>
          <a:xfrm>
            <a:off x="6084002" y="864268"/>
            <a:ext cx="2700000" cy="3781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769622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5" name="Inhaltsplatzhalter 1"/>
          <p:cNvSpPr>
            <a:spLocks noGrp="1"/>
          </p:cNvSpPr>
          <p:nvPr>
            <p:ph idx="1"/>
          </p:nvPr>
        </p:nvSpPr>
        <p:spPr bwMode="gray">
          <a:xfrm>
            <a:off x="360002" y="864266"/>
            <a:ext cx="4122737" cy="180055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Inhaltsplatzhalter 2"/>
          <p:cNvSpPr>
            <a:spLocks noGrp="1"/>
          </p:cNvSpPr>
          <p:nvPr>
            <p:ph idx="13"/>
          </p:nvPr>
        </p:nvSpPr>
        <p:spPr bwMode="gray">
          <a:xfrm>
            <a:off x="4660361" y="864267"/>
            <a:ext cx="4122737" cy="180055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sz="quarter" idx="14"/>
          </p:nvPr>
        </p:nvSpPr>
        <p:spPr>
          <a:xfrm>
            <a:off x="360002" y="2844878"/>
            <a:ext cx="4122737" cy="1800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Inhaltsplatzhalter 4"/>
          <p:cNvSpPr>
            <a:spLocks noGrp="1"/>
          </p:cNvSpPr>
          <p:nvPr>
            <p:ph sz="quarter" idx="15"/>
          </p:nvPr>
        </p:nvSpPr>
        <p:spPr>
          <a:xfrm>
            <a:off x="4660361" y="2844878"/>
            <a:ext cx="4122737" cy="1800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2941755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ix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5" name="Inhaltsplatzhalter 1"/>
          <p:cNvSpPr>
            <a:spLocks noGrp="1"/>
          </p:cNvSpPr>
          <p:nvPr>
            <p:ph idx="1"/>
          </p:nvPr>
        </p:nvSpPr>
        <p:spPr bwMode="gray">
          <a:xfrm>
            <a:off x="360001" y="864267"/>
            <a:ext cx="2700000" cy="180055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Inhaltsplatzhalter 2"/>
          <p:cNvSpPr>
            <a:spLocks noGrp="1"/>
          </p:cNvSpPr>
          <p:nvPr>
            <p:ph idx="13"/>
          </p:nvPr>
        </p:nvSpPr>
        <p:spPr bwMode="gray">
          <a:xfrm>
            <a:off x="3222002" y="864267"/>
            <a:ext cx="2700000" cy="180055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sz="quarter" idx="14"/>
          </p:nvPr>
        </p:nvSpPr>
        <p:spPr>
          <a:xfrm>
            <a:off x="6084002" y="864267"/>
            <a:ext cx="2700000" cy="1800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Inhaltsplatzhalter 4"/>
          <p:cNvSpPr>
            <a:spLocks noGrp="1"/>
          </p:cNvSpPr>
          <p:nvPr>
            <p:ph sz="quarter" idx="15"/>
          </p:nvPr>
        </p:nvSpPr>
        <p:spPr>
          <a:xfrm>
            <a:off x="360001" y="2844878"/>
            <a:ext cx="2700000" cy="1800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9" name="Inhaltsplatzhalter 5"/>
          <p:cNvSpPr>
            <a:spLocks noGrp="1"/>
          </p:cNvSpPr>
          <p:nvPr>
            <p:ph sz="quarter" idx="16"/>
          </p:nvPr>
        </p:nvSpPr>
        <p:spPr>
          <a:xfrm>
            <a:off x="3222002" y="2844654"/>
            <a:ext cx="2700000" cy="18007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0" name="Inhaltsplatzhalter 6"/>
          <p:cNvSpPr>
            <a:spLocks noGrp="1"/>
          </p:cNvSpPr>
          <p:nvPr>
            <p:ph sz="quarter" idx="17"/>
          </p:nvPr>
        </p:nvSpPr>
        <p:spPr>
          <a:xfrm>
            <a:off x="6084002" y="2844654"/>
            <a:ext cx="2700000" cy="18007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2166009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8" name="Rechteck 7"/>
          <p:cNvSpPr/>
          <p:nvPr/>
        </p:nvSpPr>
        <p:spPr>
          <a:xfrm>
            <a:off x="340818" y="4709400"/>
            <a:ext cx="4610366" cy="36011"/>
          </a:xfrm>
          <a:prstGeom prst="rect">
            <a:avLst/>
          </a:prstGeom>
          <a:solidFill>
            <a:schemeClr val="bg1"/>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9991" tIns="89991" rIns="89991" bIns="89991" numCol="1" spcCol="0" rtlCol="0" fromWordArt="0" anchor="ctr" anchorCtr="0" forceAA="0" compatLnSpc="1">
            <a:prstTxWarp prst="textNoShape">
              <a:avLst/>
            </a:prstTxWarp>
            <a:noAutofit/>
          </a:bodyPr>
          <a:lstStyle/>
          <a:p>
            <a:pPr algn="ctr" fontAlgn="base">
              <a:lnSpc>
                <a:spcPts val="1699"/>
              </a:lnSpc>
              <a:spcBef>
                <a:spcPts val="840"/>
              </a:spcBef>
              <a:spcAft>
                <a:spcPct val="0"/>
              </a:spcAft>
            </a:pPr>
            <a:endParaRPr lang="de-DE" sz="1200" dirty="0" err="1">
              <a:solidFill>
                <a:srgbClr val="000000"/>
              </a:solidFill>
              <a:cs typeface="Tahoma" pitchFamily="34" charset="0"/>
            </a:endParaRPr>
          </a:p>
        </p:txBody>
      </p:sp>
      <p:sp>
        <p:nvSpPr>
          <p:cNvPr id="2" name="Titel 1"/>
          <p:cNvSpPr>
            <a:spLocks noGrp="1"/>
          </p:cNvSpPr>
          <p:nvPr>
            <p:ph type="title"/>
          </p:nvPr>
        </p:nvSpPr>
        <p:spPr>
          <a:xfrm>
            <a:off x="360362" y="144044"/>
            <a:ext cx="4122000" cy="1008706"/>
          </a:xfrm>
        </p:spPr>
        <p:txBody>
          <a:bodyPr/>
          <a:lstStyle/>
          <a:p>
            <a:r>
              <a:rPr lang="en-US"/>
              <a:t>Click to edit Master title style</a:t>
            </a:r>
            <a:endParaRPr lang="de-DE" dirty="0"/>
          </a:p>
        </p:txBody>
      </p:sp>
      <p:sp>
        <p:nvSpPr>
          <p:cNvPr id="3" name="Fußzeilenplatzhalter 2"/>
          <p:cNvSpPr>
            <a:spLocks noGrp="1"/>
          </p:cNvSpPr>
          <p:nvPr>
            <p:ph type="ftr" sz="quarter" idx="10"/>
          </p:nvPr>
        </p:nvSpPr>
        <p:spPr>
          <a:xfrm>
            <a:off x="929391" y="4892162"/>
            <a:ext cx="3564000" cy="108033"/>
          </a:xfrm>
        </p:spPr>
        <p:txBody>
          <a:bodyPr/>
          <a:lstStyle/>
          <a:p>
            <a:pPr>
              <a:lnSpc>
                <a:spcPts val="800"/>
              </a:lnSpc>
            </a:pPr>
            <a:endParaRPr>
              <a:solidFill>
                <a:srgbClr val="000000"/>
              </a:solidFill>
            </a:endParaRPr>
          </a:p>
        </p:txBody>
      </p:sp>
      <p:sp>
        <p:nvSpPr>
          <p:cNvPr id="6" name="Inhaltsplatzhalter 2"/>
          <p:cNvSpPr>
            <a:spLocks noGrp="1"/>
          </p:cNvSpPr>
          <p:nvPr>
            <p:ph idx="1"/>
          </p:nvPr>
        </p:nvSpPr>
        <p:spPr bwMode="gray">
          <a:xfrm>
            <a:off x="360002" y="1404433"/>
            <a:ext cx="4122737" cy="3241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Bildplatzhalter 2"/>
          <p:cNvSpPr>
            <a:spLocks noGrp="1"/>
          </p:cNvSpPr>
          <p:nvPr>
            <p:ph type="pic" sz="quarter" idx="12"/>
          </p:nvPr>
        </p:nvSpPr>
        <p:spPr>
          <a:xfrm>
            <a:off x="4661096" y="0"/>
            <a:ext cx="4482904" cy="5145088"/>
          </a:xfrm>
          <a:solidFill>
            <a:schemeClr val="bg2"/>
          </a:solidFill>
        </p:spPr>
        <p:txBody>
          <a:bodyPr/>
          <a:lstStyle/>
          <a:p>
            <a:r>
              <a:rPr lang="en-US"/>
              <a:t>Click icon to add picture</a:t>
            </a:r>
            <a:endParaRPr lang="de-DE"/>
          </a:p>
        </p:txBody>
      </p:sp>
      <p:sp>
        <p:nvSpPr>
          <p:cNvPr id="4" name="Foliennummernplatzhalter 3"/>
          <p:cNvSpPr>
            <a:spLocks noGrp="1"/>
          </p:cNvSpPr>
          <p:nvPr>
            <p:ph type="sldNum" sz="quarter" idx="11"/>
          </p:nvPr>
        </p:nvSpPr>
        <p:spPr/>
        <p:txBody>
          <a:bodyPr/>
          <a:lstStyle>
            <a:lvl1pPr>
              <a:defRPr>
                <a:solidFill>
                  <a:schemeClr val="bg1"/>
                </a:solidFill>
              </a:defRPr>
            </a:lvl1pPr>
          </a:lstStyle>
          <a:p>
            <a:pPr algn="r">
              <a:lnSpc>
                <a:spcPts val="800"/>
              </a:lnSpc>
            </a:pPr>
            <a:fld id="{D985BC7C-F6A2-4FED-9217-735A5E10A319}" type="slidenum">
              <a:rPr smtClean="0">
                <a:solidFill>
                  <a:srgbClr val="FFFFFF"/>
                </a:solidFill>
              </a:rPr>
              <a:pPr algn="r">
                <a:lnSpc>
                  <a:spcPts val="800"/>
                </a:lnSpc>
              </a:pPr>
              <a:t>‹#›</a:t>
            </a:fld>
            <a:endParaRPr>
              <a:solidFill>
                <a:srgbClr val="FFFFFF"/>
              </a:solidFill>
            </a:endParaRPr>
          </a:p>
        </p:txBody>
      </p:sp>
      <p:cxnSp>
        <p:nvCxnSpPr>
          <p:cNvPr id="13" name="Gerade Verbindung 8"/>
          <p:cNvCxnSpPr/>
          <p:nvPr userDrawn="1"/>
        </p:nvCxnSpPr>
        <p:spPr>
          <a:xfrm>
            <a:off x="360003" y="4723758"/>
            <a:ext cx="4122737" cy="53"/>
          </a:xfrm>
          <a:prstGeom prst="line">
            <a:avLst/>
          </a:prstGeom>
          <a:ln w="19050" cap="rnd">
            <a:solidFill>
              <a:schemeClr val="accent4"/>
            </a:solidFill>
            <a:prstDash val="sysDot"/>
            <a:round/>
          </a:ln>
        </p:spPr>
        <p:style>
          <a:lnRef idx="1">
            <a:schemeClr val="accent1"/>
          </a:lnRef>
          <a:fillRef idx="0">
            <a:schemeClr val="accent1"/>
          </a:fillRef>
          <a:effectRef idx="0">
            <a:schemeClr val="accent1"/>
          </a:effectRef>
          <a:fontRef idx="minor">
            <a:schemeClr val="tx1"/>
          </a:fontRef>
        </p:style>
      </p:cxnSp>
      <p:sp>
        <p:nvSpPr>
          <p:cNvPr id="11" name="Textfeld 9">
            <a:extLst>
              <a:ext uri="{FF2B5EF4-FFF2-40B4-BE49-F238E27FC236}">
                <a16:creationId xmlns:a16="http://schemas.microsoft.com/office/drawing/2014/main" id="{C74023A3-F8C9-4452-B55A-6BFCF97A4DCC}"/>
              </a:ext>
            </a:extLst>
          </p:cNvPr>
          <p:cNvSpPr txBox="1">
            <a:spLocks noChangeArrowheads="1"/>
          </p:cNvSpPr>
          <p:nvPr userDrawn="1"/>
        </p:nvSpPr>
        <p:spPr bwMode="auto">
          <a:xfrm>
            <a:off x="-2188873" y="1854572"/>
            <a:ext cx="2103150" cy="2340722"/>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Bearbeitungshinweis:</a:t>
            </a:r>
          </a:p>
          <a:p>
            <a:pPr eaLnBrk="1" fontAlgn="base" hangingPunct="1">
              <a:spcBef>
                <a:spcPct val="0"/>
              </a:spcBef>
              <a:spcAft>
                <a:spcPct val="0"/>
              </a:spcAft>
            </a:pPr>
            <a:r>
              <a:rPr lang="de-DE" sz="800" dirty="0">
                <a:solidFill>
                  <a:srgbClr val="7F7F7F"/>
                </a:solidFill>
                <a:cs typeface="Tahoma" charset="0"/>
              </a:rPr>
              <a:t>Klicken Sie auf das Symbol im Platzhalter und wählen Sie ein Bild aus.</a:t>
            </a:r>
          </a:p>
          <a:p>
            <a:pPr eaLnBrk="1" fontAlgn="base" hangingPunct="1">
              <a:spcBef>
                <a:spcPct val="0"/>
              </a:spcBef>
              <a:spcAft>
                <a:spcPct val="0"/>
              </a:spcAft>
            </a:pPr>
            <a:r>
              <a:rPr lang="de-DE" sz="800" dirty="0">
                <a:solidFill>
                  <a:srgbClr val="7F7F7F"/>
                </a:solidFill>
                <a:cs typeface="Tahoma" charset="0"/>
              </a:rPr>
              <a:t>Sofern das Bild nicht der Größe des Bildplatzhalters entspricht und somit nicht richtig zugeschnitten ist, gehen Sie bitte wie folgt vor:</a:t>
            </a:r>
          </a:p>
          <a:p>
            <a:pPr eaLnBrk="1" fontAlgn="base" hangingPunct="1">
              <a:spcBef>
                <a:spcPct val="0"/>
              </a:spcBef>
              <a:spcAft>
                <a:spcPct val="0"/>
              </a:spcAft>
              <a:buFont typeface="Tahoma" charset="0"/>
              <a:buNone/>
            </a:pPr>
            <a:r>
              <a:rPr lang="de-DE" sz="800" dirty="0">
                <a:solidFill>
                  <a:srgbClr val="7F7F7F"/>
                </a:solidFill>
                <a:cs typeface="Tahoma" charset="0"/>
              </a:rPr>
              <a:t>Gehen Sie mit der Maus auf das Bild - Klicken Sie auf die rechte Maustaste und wählen Sie „Grafik formatieren“ aus.</a:t>
            </a:r>
          </a:p>
          <a:p>
            <a:pPr eaLnBrk="1" fontAlgn="base" hangingPunct="1">
              <a:spcBef>
                <a:spcPct val="0"/>
              </a:spcBef>
              <a:spcAft>
                <a:spcPct val="0"/>
              </a:spcAft>
              <a:buFont typeface="Tahoma" charset="0"/>
              <a:buNone/>
            </a:pPr>
            <a:r>
              <a:rPr lang="de-DE" sz="800" dirty="0">
                <a:solidFill>
                  <a:srgbClr val="7F7F7F"/>
                </a:solidFill>
                <a:cs typeface="Tahoma" charset="0"/>
              </a:rPr>
              <a:t>Wählen Sie dann „Zuschneiden“. Unter „Bildposition“ – X-Offset und Y-Offset können Sie nun den gewünschten Ausschnitt bestimmen.</a:t>
            </a:r>
          </a:p>
          <a:p>
            <a:pPr eaLnBrk="1" fontAlgn="base" hangingPunct="1">
              <a:spcBef>
                <a:spcPct val="0"/>
              </a:spcBef>
              <a:spcAft>
                <a:spcPct val="0"/>
              </a:spcAft>
              <a:buFont typeface="Tahoma" charset="0"/>
              <a:buNone/>
            </a:pPr>
            <a:r>
              <a:rPr lang="de-DE" sz="800" dirty="0">
                <a:solidFill>
                  <a:srgbClr val="7F7F7F"/>
                </a:solidFill>
                <a:cs typeface="Tahoma" charset="0"/>
              </a:rPr>
              <a:t>Mit positiven Werten wird das Bild nach unten bzw. nach rechts verschoben. Mit negativen Werten hingegen nach oben bzw. links.</a:t>
            </a:r>
            <a:endParaRPr lang="en-US" sz="900" dirty="0">
              <a:solidFill>
                <a:srgbClr val="7F7F7F"/>
              </a:solidFill>
              <a:cs typeface="Tahoma" charset="0"/>
            </a:endParaRPr>
          </a:p>
        </p:txBody>
      </p:sp>
      <p:sp>
        <p:nvSpPr>
          <p:cNvPr id="12" name="Textfeld 11">
            <a:extLst>
              <a:ext uri="{FF2B5EF4-FFF2-40B4-BE49-F238E27FC236}">
                <a16:creationId xmlns:a16="http://schemas.microsoft.com/office/drawing/2014/main" id="{A3AD43E0-5E69-4AEB-9AF4-39C052C59A3A}"/>
              </a:ext>
            </a:extLst>
          </p:cNvPr>
          <p:cNvSpPr txBox="1">
            <a:spLocks noChangeArrowheads="1"/>
          </p:cNvSpPr>
          <p:nvPr userDrawn="1"/>
        </p:nvSpPr>
        <p:spPr bwMode="auto">
          <a:xfrm>
            <a:off x="-2188873" y="0"/>
            <a:ext cx="2103150" cy="1751677"/>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Handling </a:t>
            </a:r>
            <a:r>
              <a:rPr lang="de-DE" sz="1000" b="1" dirty="0" err="1">
                <a:solidFill>
                  <a:srgbClr val="7F7F7F"/>
                </a:solidFill>
                <a:cs typeface="Tahoma" charset="0"/>
              </a:rPr>
              <a:t>instructions</a:t>
            </a:r>
            <a:r>
              <a:rPr lang="de-DE" sz="1000" b="1" dirty="0">
                <a:solidFill>
                  <a:srgbClr val="7F7F7F"/>
                </a:solidFill>
                <a:cs typeface="Tahoma" charset="0"/>
              </a:rPr>
              <a:t>:</a:t>
            </a:r>
          </a:p>
          <a:p>
            <a:pPr eaLnBrk="1" fontAlgn="base" hangingPunct="1">
              <a:spcBef>
                <a:spcPct val="0"/>
              </a:spcBef>
              <a:spcAft>
                <a:spcPct val="0"/>
              </a:spcAft>
            </a:pPr>
            <a:r>
              <a:rPr lang="en-US" sz="800" dirty="0">
                <a:solidFill>
                  <a:srgbClr val="7F7F7F"/>
                </a:solidFill>
                <a:cs typeface="Tahoma" charset="0"/>
              </a:rPr>
              <a:t>Click on the symbol in the place holder and select an image. If the image does not have the same size as the place holder, please follow this instruction:</a:t>
            </a:r>
          </a:p>
          <a:p>
            <a:pPr eaLnBrk="1" fontAlgn="base" hangingPunct="1">
              <a:spcBef>
                <a:spcPct val="0"/>
              </a:spcBef>
              <a:spcAft>
                <a:spcPct val="0"/>
              </a:spcAft>
            </a:pPr>
            <a:r>
              <a:rPr lang="en-US" sz="800" dirty="0">
                <a:solidFill>
                  <a:srgbClr val="7F7F7F"/>
                </a:solidFill>
                <a:cs typeface="Tahoma" charset="0"/>
              </a:rPr>
              <a:t>Move the computer mouse on the picture – right-click and choose “Format Picture”. Then select “Crop”. Edit “Picture Position” – Offset X and Offset Y to determine the appropriate section. </a:t>
            </a:r>
          </a:p>
          <a:p>
            <a:pPr eaLnBrk="1" fontAlgn="base" hangingPunct="1">
              <a:spcBef>
                <a:spcPct val="0"/>
              </a:spcBef>
              <a:spcAft>
                <a:spcPct val="0"/>
              </a:spcAft>
            </a:pPr>
            <a:r>
              <a:rPr lang="en-US" sz="800" dirty="0">
                <a:solidFill>
                  <a:srgbClr val="7F7F7F"/>
                </a:solidFill>
                <a:cs typeface="Tahoma" charset="0"/>
              </a:rPr>
              <a:t>With positive values you can move the picture down and to the right, with negative values up and to the left.</a:t>
            </a:r>
          </a:p>
        </p:txBody>
      </p:sp>
    </p:spTree>
    <p:extLst>
      <p:ext uri="{BB962C8B-B14F-4D97-AF65-F5344CB8AC3E}">
        <p14:creationId xmlns:p14="http://schemas.microsoft.com/office/powerpoint/2010/main" val="4184862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two pictures">
    <p:spTree>
      <p:nvGrpSpPr>
        <p:cNvPr id="1" name=""/>
        <p:cNvGrpSpPr/>
        <p:nvPr/>
      </p:nvGrpSpPr>
      <p:grpSpPr>
        <a:xfrm>
          <a:off x="0" y="0"/>
          <a:ext cx="0" cy="0"/>
          <a:chOff x="0" y="0"/>
          <a:chExt cx="0" cy="0"/>
        </a:xfrm>
      </p:grpSpPr>
      <p:sp>
        <p:nvSpPr>
          <p:cNvPr id="9" name="Rechteck 8"/>
          <p:cNvSpPr/>
          <p:nvPr/>
        </p:nvSpPr>
        <p:spPr>
          <a:xfrm>
            <a:off x="340818" y="4709400"/>
            <a:ext cx="4610366" cy="36011"/>
          </a:xfrm>
          <a:prstGeom prst="rect">
            <a:avLst/>
          </a:prstGeom>
          <a:solidFill>
            <a:schemeClr val="bg1"/>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9991" tIns="89991" rIns="89991" bIns="89991" numCol="1" spcCol="0" rtlCol="0" fromWordArt="0" anchor="ctr" anchorCtr="0" forceAA="0" compatLnSpc="1">
            <a:prstTxWarp prst="textNoShape">
              <a:avLst/>
            </a:prstTxWarp>
            <a:noAutofit/>
          </a:bodyPr>
          <a:lstStyle/>
          <a:p>
            <a:pPr algn="ctr" fontAlgn="base">
              <a:lnSpc>
                <a:spcPts val="1699"/>
              </a:lnSpc>
              <a:spcBef>
                <a:spcPts val="840"/>
              </a:spcBef>
              <a:spcAft>
                <a:spcPct val="0"/>
              </a:spcAft>
            </a:pPr>
            <a:endParaRPr lang="de-DE" sz="1200" dirty="0" err="1">
              <a:solidFill>
                <a:srgbClr val="000000"/>
              </a:solidFill>
              <a:cs typeface="Tahoma" pitchFamily="34" charset="0"/>
            </a:endParaRPr>
          </a:p>
        </p:txBody>
      </p:sp>
      <p:sp>
        <p:nvSpPr>
          <p:cNvPr id="2" name="Titel 1"/>
          <p:cNvSpPr>
            <a:spLocks noGrp="1"/>
          </p:cNvSpPr>
          <p:nvPr>
            <p:ph type="title"/>
          </p:nvPr>
        </p:nvSpPr>
        <p:spPr>
          <a:xfrm>
            <a:off x="360362" y="144044"/>
            <a:ext cx="4122000" cy="1008706"/>
          </a:xfrm>
        </p:spPr>
        <p:txBody>
          <a:bodyPr/>
          <a:lstStyle/>
          <a:p>
            <a:r>
              <a:rPr lang="en-US"/>
              <a:t>Click to edit Master title style</a:t>
            </a:r>
            <a:endParaRPr lang="de-DE" dirty="0"/>
          </a:p>
        </p:txBody>
      </p:sp>
      <p:sp>
        <p:nvSpPr>
          <p:cNvPr id="3" name="Fußzeilenplatzhalter 2"/>
          <p:cNvSpPr>
            <a:spLocks noGrp="1"/>
          </p:cNvSpPr>
          <p:nvPr>
            <p:ph type="ftr" sz="quarter" idx="10"/>
          </p:nvPr>
        </p:nvSpPr>
        <p:spPr>
          <a:xfrm>
            <a:off x="929391" y="4892162"/>
            <a:ext cx="3563234" cy="108033"/>
          </a:xfrm>
        </p:spPr>
        <p:txBody>
          <a:bodyPr/>
          <a:lstStyle/>
          <a:p>
            <a:pPr>
              <a:lnSpc>
                <a:spcPts val="800"/>
              </a:lnSpc>
            </a:pPr>
            <a:endParaRPr>
              <a:solidFill>
                <a:srgbClr val="000000"/>
              </a:solidFill>
            </a:endParaRPr>
          </a:p>
        </p:txBody>
      </p:sp>
      <p:sp>
        <p:nvSpPr>
          <p:cNvPr id="5" name="Inhaltsplatzhalter 2"/>
          <p:cNvSpPr>
            <a:spLocks noGrp="1"/>
          </p:cNvSpPr>
          <p:nvPr>
            <p:ph idx="1"/>
          </p:nvPr>
        </p:nvSpPr>
        <p:spPr bwMode="gray">
          <a:xfrm>
            <a:off x="360002" y="1404433"/>
            <a:ext cx="4122737" cy="3241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Bildplatzhalter 1"/>
          <p:cNvSpPr>
            <a:spLocks noGrp="1"/>
          </p:cNvSpPr>
          <p:nvPr>
            <p:ph type="pic" sz="quarter" idx="12"/>
          </p:nvPr>
        </p:nvSpPr>
        <p:spPr>
          <a:xfrm>
            <a:off x="4661096" y="1"/>
            <a:ext cx="4482904" cy="2574795"/>
          </a:xfrm>
          <a:solidFill>
            <a:schemeClr val="bg2"/>
          </a:solidFill>
        </p:spPr>
        <p:txBody>
          <a:bodyPr/>
          <a:lstStyle/>
          <a:p>
            <a:r>
              <a:rPr lang="en-US"/>
              <a:t>Click icon to add picture</a:t>
            </a:r>
            <a:endParaRPr lang="de-DE"/>
          </a:p>
        </p:txBody>
      </p:sp>
      <p:sp>
        <p:nvSpPr>
          <p:cNvPr id="8" name="Bildplatzhalter 2"/>
          <p:cNvSpPr>
            <a:spLocks noGrp="1"/>
          </p:cNvSpPr>
          <p:nvPr>
            <p:ph type="pic" sz="quarter" idx="13"/>
          </p:nvPr>
        </p:nvSpPr>
        <p:spPr>
          <a:xfrm>
            <a:off x="4661096" y="2574796"/>
            <a:ext cx="4482904" cy="2574795"/>
          </a:xfrm>
          <a:solidFill>
            <a:schemeClr val="bg2"/>
          </a:solidFill>
        </p:spPr>
        <p:txBody>
          <a:bodyPr/>
          <a:lstStyle/>
          <a:p>
            <a:r>
              <a:rPr lang="en-US"/>
              <a:t>Click icon to add picture</a:t>
            </a:r>
            <a:endParaRPr lang="de-DE"/>
          </a:p>
        </p:txBody>
      </p:sp>
      <p:sp>
        <p:nvSpPr>
          <p:cNvPr id="4" name="Foliennummernplatzhalter 3"/>
          <p:cNvSpPr>
            <a:spLocks noGrp="1"/>
          </p:cNvSpPr>
          <p:nvPr>
            <p:ph type="sldNum" sz="quarter" idx="11"/>
          </p:nvPr>
        </p:nvSpPr>
        <p:spPr/>
        <p:txBody>
          <a:bodyPr/>
          <a:lstStyle>
            <a:lvl1pPr>
              <a:defRPr>
                <a:solidFill>
                  <a:schemeClr val="bg1"/>
                </a:solidFill>
              </a:defRPr>
            </a:lvl1pPr>
          </a:lstStyle>
          <a:p>
            <a:pPr algn="r">
              <a:lnSpc>
                <a:spcPts val="800"/>
              </a:lnSpc>
            </a:pPr>
            <a:fld id="{D985BC7C-F6A2-4FED-9217-735A5E10A319}" type="slidenum">
              <a:rPr smtClean="0">
                <a:solidFill>
                  <a:srgbClr val="FFFFFF"/>
                </a:solidFill>
              </a:rPr>
              <a:pPr algn="r">
                <a:lnSpc>
                  <a:spcPts val="800"/>
                </a:lnSpc>
              </a:pPr>
              <a:t>‹#›</a:t>
            </a:fld>
            <a:endParaRPr>
              <a:solidFill>
                <a:srgbClr val="FFFFFF"/>
              </a:solidFill>
            </a:endParaRPr>
          </a:p>
        </p:txBody>
      </p:sp>
      <p:cxnSp>
        <p:nvCxnSpPr>
          <p:cNvPr id="10" name="Gerade Verbindung 9"/>
          <p:cNvCxnSpPr/>
          <p:nvPr/>
        </p:nvCxnSpPr>
        <p:spPr>
          <a:xfrm>
            <a:off x="360003" y="4723758"/>
            <a:ext cx="4122737" cy="53"/>
          </a:xfrm>
          <a:prstGeom prst="line">
            <a:avLst/>
          </a:prstGeom>
          <a:ln w="19050" cap="rnd">
            <a:solidFill>
              <a:schemeClr val="accent4"/>
            </a:solidFill>
            <a:prstDash val="sysDot"/>
            <a:round/>
          </a:ln>
        </p:spPr>
        <p:style>
          <a:lnRef idx="1">
            <a:schemeClr val="accent1"/>
          </a:lnRef>
          <a:fillRef idx="0">
            <a:schemeClr val="accent1"/>
          </a:fillRef>
          <a:effectRef idx="0">
            <a:schemeClr val="accent1"/>
          </a:effectRef>
          <a:fontRef idx="minor">
            <a:schemeClr val="tx1"/>
          </a:fontRef>
        </p:style>
      </p:cxnSp>
      <p:sp>
        <p:nvSpPr>
          <p:cNvPr id="12" name="Textfeld 9">
            <a:extLst>
              <a:ext uri="{FF2B5EF4-FFF2-40B4-BE49-F238E27FC236}">
                <a16:creationId xmlns:a16="http://schemas.microsoft.com/office/drawing/2014/main" id="{AA626431-A05E-4207-A1D0-A0CA768D908F}"/>
              </a:ext>
            </a:extLst>
          </p:cNvPr>
          <p:cNvSpPr txBox="1">
            <a:spLocks noChangeArrowheads="1"/>
          </p:cNvSpPr>
          <p:nvPr userDrawn="1"/>
        </p:nvSpPr>
        <p:spPr bwMode="auto">
          <a:xfrm>
            <a:off x="-2188873" y="1854572"/>
            <a:ext cx="2103150" cy="2340722"/>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Bearbeitungshinweis:</a:t>
            </a:r>
          </a:p>
          <a:p>
            <a:pPr eaLnBrk="1" fontAlgn="base" hangingPunct="1">
              <a:spcBef>
                <a:spcPct val="0"/>
              </a:spcBef>
              <a:spcAft>
                <a:spcPct val="0"/>
              </a:spcAft>
            </a:pPr>
            <a:r>
              <a:rPr lang="de-DE" sz="800" dirty="0">
                <a:solidFill>
                  <a:srgbClr val="7F7F7F"/>
                </a:solidFill>
                <a:cs typeface="Tahoma" charset="0"/>
              </a:rPr>
              <a:t>Klicken Sie auf das Symbol im Platzhalter und wählen Sie ein Bild aus.</a:t>
            </a:r>
          </a:p>
          <a:p>
            <a:pPr eaLnBrk="1" fontAlgn="base" hangingPunct="1">
              <a:spcBef>
                <a:spcPct val="0"/>
              </a:spcBef>
              <a:spcAft>
                <a:spcPct val="0"/>
              </a:spcAft>
            </a:pPr>
            <a:r>
              <a:rPr lang="de-DE" sz="800" dirty="0">
                <a:solidFill>
                  <a:srgbClr val="7F7F7F"/>
                </a:solidFill>
                <a:cs typeface="Tahoma" charset="0"/>
              </a:rPr>
              <a:t>Sofern das Bild nicht der Größe des Bildplatzhalters entspricht und somit nicht richtig zugeschnitten ist, gehen Sie bitte wie folgt vor:</a:t>
            </a:r>
          </a:p>
          <a:p>
            <a:pPr eaLnBrk="1" fontAlgn="base" hangingPunct="1">
              <a:spcBef>
                <a:spcPct val="0"/>
              </a:spcBef>
              <a:spcAft>
                <a:spcPct val="0"/>
              </a:spcAft>
              <a:buFont typeface="Tahoma" charset="0"/>
              <a:buNone/>
            </a:pPr>
            <a:r>
              <a:rPr lang="de-DE" sz="800" dirty="0">
                <a:solidFill>
                  <a:srgbClr val="7F7F7F"/>
                </a:solidFill>
                <a:cs typeface="Tahoma" charset="0"/>
              </a:rPr>
              <a:t>Gehen Sie mit der Maus auf das Bild - Klicken Sie auf die rechte Maustaste und wählen Sie „Grafik formatieren“ aus.</a:t>
            </a:r>
          </a:p>
          <a:p>
            <a:pPr eaLnBrk="1" fontAlgn="base" hangingPunct="1">
              <a:spcBef>
                <a:spcPct val="0"/>
              </a:spcBef>
              <a:spcAft>
                <a:spcPct val="0"/>
              </a:spcAft>
              <a:buFont typeface="Tahoma" charset="0"/>
              <a:buNone/>
            </a:pPr>
            <a:r>
              <a:rPr lang="de-DE" sz="800" dirty="0">
                <a:solidFill>
                  <a:srgbClr val="7F7F7F"/>
                </a:solidFill>
                <a:cs typeface="Tahoma" charset="0"/>
              </a:rPr>
              <a:t>Wählen Sie dann „Zuschneiden“. Unter „Bildposition“ – X-Offset und Y-Offset können Sie nun den gewünschten Ausschnitt bestimmen.</a:t>
            </a:r>
          </a:p>
          <a:p>
            <a:pPr eaLnBrk="1" fontAlgn="base" hangingPunct="1">
              <a:spcBef>
                <a:spcPct val="0"/>
              </a:spcBef>
              <a:spcAft>
                <a:spcPct val="0"/>
              </a:spcAft>
              <a:buFont typeface="Tahoma" charset="0"/>
              <a:buNone/>
            </a:pPr>
            <a:r>
              <a:rPr lang="de-DE" sz="800" dirty="0">
                <a:solidFill>
                  <a:srgbClr val="7F7F7F"/>
                </a:solidFill>
                <a:cs typeface="Tahoma" charset="0"/>
              </a:rPr>
              <a:t>Mit positiven Werten wird das Bild nach unten bzw. nach rechts verschoben. Mit negativen Werten hingegen nach oben bzw. links.</a:t>
            </a:r>
            <a:endParaRPr lang="en-US" sz="900" dirty="0">
              <a:solidFill>
                <a:srgbClr val="7F7F7F"/>
              </a:solidFill>
              <a:cs typeface="Tahoma" charset="0"/>
            </a:endParaRPr>
          </a:p>
        </p:txBody>
      </p:sp>
      <p:sp>
        <p:nvSpPr>
          <p:cNvPr id="13" name="Textfeld 11">
            <a:extLst>
              <a:ext uri="{FF2B5EF4-FFF2-40B4-BE49-F238E27FC236}">
                <a16:creationId xmlns:a16="http://schemas.microsoft.com/office/drawing/2014/main" id="{99ED378A-D1CA-4841-A600-E6093EC32DB3}"/>
              </a:ext>
            </a:extLst>
          </p:cNvPr>
          <p:cNvSpPr txBox="1">
            <a:spLocks noChangeArrowheads="1"/>
          </p:cNvSpPr>
          <p:nvPr userDrawn="1"/>
        </p:nvSpPr>
        <p:spPr bwMode="auto">
          <a:xfrm>
            <a:off x="-2188873" y="0"/>
            <a:ext cx="2103150" cy="1751677"/>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Handling </a:t>
            </a:r>
            <a:r>
              <a:rPr lang="de-DE" sz="1000" b="1" dirty="0" err="1">
                <a:solidFill>
                  <a:srgbClr val="7F7F7F"/>
                </a:solidFill>
                <a:cs typeface="Tahoma" charset="0"/>
              </a:rPr>
              <a:t>instructions</a:t>
            </a:r>
            <a:r>
              <a:rPr lang="de-DE" sz="1000" b="1" dirty="0">
                <a:solidFill>
                  <a:srgbClr val="7F7F7F"/>
                </a:solidFill>
                <a:cs typeface="Tahoma" charset="0"/>
              </a:rPr>
              <a:t>:</a:t>
            </a:r>
          </a:p>
          <a:p>
            <a:pPr eaLnBrk="1" fontAlgn="base" hangingPunct="1">
              <a:spcBef>
                <a:spcPct val="0"/>
              </a:spcBef>
              <a:spcAft>
                <a:spcPct val="0"/>
              </a:spcAft>
            </a:pPr>
            <a:r>
              <a:rPr lang="en-US" sz="800" dirty="0">
                <a:solidFill>
                  <a:srgbClr val="7F7F7F"/>
                </a:solidFill>
                <a:cs typeface="Tahoma" charset="0"/>
              </a:rPr>
              <a:t>Click on the symbol in the place holder and select an image. If the image does not have the same size as the place holder, please follow this instruction:</a:t>
            </a:r>
          </a:p>
          <a:p>
            <a:pPr eaLnBrk="1" fontAlgn="base" hangingPunct="1">
              <a:spcBef>
                <a:spcPct val="0"/>
              </a:spcBef>
              <a:spcAft>
                <a:spcPct val="0"/>
              </a:spcAft>
            </a:pPr>
            <a:r>
              <a:rPr lang="en-US" sz="800" dirty="0">
                <a:solidFill>
                  <a:srgbClr val="7F7F7F"/>
                </a:solidFill>
                <a:cs typeface="Tahoma" charset="0"/>
              </a:rPr>
              <a:t>Move the computer mouse on the picture – right-click and choose “Format Picture”. Then select “Crop”. Edit “Picture Position” – Offset X and Offset Y to determine the appropriate section. </a:t>
            </a:r>
          </a:p>
          <a:p>
            <a:pPr eaLnBrk="1" fontAlgn="base" hangingPunct="1">
              <a:spcBef>
                <a:spcPct val="0"/>
              </a:spcBef>
              <a:spcAft>
                <a:spcPct val="0"/>
              </a:spcAft>
            </a:pPr>
            <a:r>
              <a:rPr lang="en-US" sz="800" dirty="0">
                <a:solidFill>
                  <a:srgbClr val="7F7F7F"/>
                </a:solidFill>
                <a:cs typeface="Tahoma" charset="0"/>
              </a:rPr>
              <a:t>With positive values you can move the picture down and to the right, with negative values up and to the left.</a:t>
            </a:r>
          </a:p>
        </p:txBody>
      </p:sp>
    </p:spTree>
    <p:extLst>
      <p:ext uri="{BB962C8B-B14F-4D97-AF65-F5344CB8AC3E}">
        <p14:creationId xmlns:p14="http://schemas.microsoft.com/office/powerpoint/2010/main" val="97030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and Picture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5" name="Textplatzhalter 1"/>
          <p:cNvSpPr>
            <a:spLocks noGrp="1"/>
          </p:cNvSpPr>
          <p:nvPr>
            <p:ph type="body" sz="quarter" idx="12"/>
          </p:nvPr>
        </p:nvSpPr>
        <p:spPr>
          <a:xfrm>
            <a:off x="360001" y="1182124"/>
            <a:ext cx="2700000" cy="216067"/>
          </a:xfrm>
        </p:spPr>
        <p:txBody>
          <a:bodyPr anchor="b" anchorCtr="0"/>
          <a:lstStyle>
            <a:lvl1pPr marL="0" indent="0">
              <a:lnSpc>
                <a:spcPct val="100000"/>
              </a:lnSpc>
              <a:spcBef>
                <a:spcPts val="0"/>
              </a:spcBef>
              <a:buFontTx/>
              <a:buNone/>
              <a:defRPr sz="1400" b="1">
                <a:solidFill>
                  <a:schemeClr val="accent4"/>
                </a:solidFill>
              </a:defRPr>
            </a:lvl1pPr>
            <a:lvl2pPr marL="0" indent="0">
              <a:lnSpc>
                <a:spcPct val="100000"/>
              </a:lnSpc>
              <a:spcBef>
                <a:spcPts val="0"/>
              </a:spcBef>
              <a:buFontTx/>
              <a:buNone/>
              <a:defRPr sz="1400" b="1">
                <a:solidFill>
                  <a:schemeClr val="tx2"/>
                </a:solidFill>
              </a:defRPr>
            </a:lvl2pPr>
            <a:lvl3pPr marL="0" indent="0">
              <a:lnSpc>
                <a:spcPct val="100000"/>
              </a:lnSpc>
              <a:spcBef>
                <a:spcPts val="0"/>
              </a:spcBef>
              <a:buFontTx/>
              <a:buNone/>
              <a:defRPr sz="1400" b="1">
                <a:solidFill>
                  <a:schemeClr val="tx2"/>
                </a:solidFill>
              </a:defRPr>
            </a:lvl3pPr>
            <a:lvl4pPr marL="0" indent="0">
              <a:lnSpc>
                <a:spcPct val="100000"/>
              </a:lnSpc>
              <a:spcBef>
                <a:spcPts val="0"/>
              </a:spcBef>
              <a:buFontTx/>
              <a:buNone/>
              <a:defRPr sz="1400" b="1">
                <a:solidFill>
                  <a:schemeClr val="tx2"/>
                </a:solidFill>
              </a:defRPr>
            </a:lvl4pPr>
            <a:lvl5pPr marL="0" indent="0">
              <a:lnSpc>
                <a:spcPct val="100000"/>
              </a:lnSpc>
              <a:spcBef>
                <a:spcPts val="0"/>
              </a:spcBef>
              <a:buFontTx/>
              <a:buNone/>
              <a:defRPr sz="1400" b="1">
                <a:solidFill>
                  <a:schemeClr val="tx2"/>
                </a:solidFill>
              </a:defRPr>
            </a:lvl5pPr>
          </a:lstStyle>
          <a:p>
            <a:pPr lvl="0"/>
            <a:r>
              <a:rPr lang="en-US"/>
              <a:t>Click to edit Master text styles</a:t>
            </a:r>
          </a:p>
        </p:txBody>
      </p:sp>
      <p:sp>
        <p:nvSpPr>
          <p:cNvPr id="6" name="Textplatzhalter 2"/>
          <p:cNvSpPr>
            <a:spLocks noGrp="1"/>
          </p:cNvSpPr>
          <p:nvPr>
            <p:ph type="body" sz="quarter" idx="13"/>
          </p:nvPr>
        </p:nvSpPr>
        <p:spPr>
          <a:xfrm>
            <a:off x="3222002" y="1182124"/>
            <a:ext cx="2700000" cy="216067"/>
          </a:xfrm>
        </p:spPr>
        <p:txBody>
          <a:bodyPr anchor="b" anchorCtr="0"/>
          <a:lstStyle>
            <a:lvl1pPr marL="0" indent="0">
              <a:lnSpc>
                <a:spcPct val="100000"/>
              </a:lnSpc>
              <a:spcBef>
                <a:spcPts val="0"/>
              </a:spcBef>
              <a:buFontTx/>
              <a:buNone/>
              <a:defRPr sz="1400" b="1">
                <a:solidFill>
                  <a:schemeClr val="accent4"/>
                </a:solidFill>
              </a:defRPr>
            </a:lvl1pPr>
            <a:lvl2pPr marL="0" indent="0">
              <a:lnSpc>
                <a:spcPct val="100000"/>
              </a:lnSpc>
              <a:spcBef>
                <a:spcPts val="0"/>
              </a:spcBef>
              <a:buFontTx/>
              <a:buNone/>
              <a:defRPr sz="1400" b="1">
                <a:solidFill>
                  <a:schemeClr val="tx2"/>
                </a:solidFill>
              </a:defRPr>
            </a:lvl2pPr>
            <a:lvl3pPr marL="0" indent="0">
              <a:lnSpc>
                <a:spcPct val="100000"/>
              </a:lnSpc>
              <a:spcBef>
                <a:spcPts val="0"/>
              </a:spcBef>
              <a:buFontTx/>
              <a:buNone/>
              <a:defRPr sz="1400" b="1">
                <a:solidFill>
                  <a:schemeClr val="tx2"/>
                </a:solidFill>
              </a:defRPr>
            </a:lvl3pPr>
            <a:lvl4pPr marL="0" indent="0">
              <a:lnSpc>
                <a:spcPct val="100000"/>
              </a:lnSpc>
              <a:spcBef>
                <a:spcPts val="0"/>
              </a:spcBef>
              <a:buFontTx/>
              <a:buNone/>
              <a:defRPr sz="1400" b="1">
                <a:solidFill>
                  <a:schemeClr val="tx2"/>
                </a:solidFill>
              </a:defRPr>
            </a:lvl4pPr>
            <a:lvl5pPr marL="0" indent="0">
              <a:lnSpc>
                <a:spcPct val="100000"/>
              </a:lnSpc>
              <a:spcBef>
                <a:spcPts val="0"/>
              </a:spcBef>
              <a:buFontTx/>
              <a:buNone/>
              <a:defRPr sz="1400" b="1">
                <a:solidFill>
                  <a:schemeClr val="tx2"/>
                </a:solidFill>
              </a:defRPr>
            </a:lvl5pPr>
          </a:lstStyle>
          <a:p>
            <a:pPr lvl="0"/>
            <a:r>
              <a:rPr lang="en-US"/>
              <a:t>Click to edit Master text styles</a:t>
            </a:r>
          </a:p>
        </p:txBody>
      </p:sp>
      <p:sp>
        <p:nvSpPr>
          <p:cNvPr id="7" name="Textplatzhalter 3"/>
          <p:cNvSpPr>
            <a:spLocks noGrp="1"/>
          </p:cNvSpPr>
          <p:nvPr>
            <p:ph type="body" sz="quarter" idx="14"/>
          </p:nvPr>
        </p:nvSpPr>
        <p:spPr>
          <a:xfrm>
            <a:off x="6084002" y="1182124"/>
            <a:ext cx="2700000" cy="216067"/>
          </a:xfrm>
        </p:spPr>
        <p:txBody>
          <a:bodyPr anchor="b" anchorCtr="0"/>
          <a:lstStyle>
            <a:lvl1pPr marL="0" indent="0">
              <a:lnSpc>
                <a:spcPct val="100000"/>
              </a:lnSpc>
              <a:spcBef>
                <a:spcPts val="0"/>
              </a:spcBef>
              <a:buFontTx/>
              <a:buNone/>
              <a:defRPr sz="1400" b="1">
                <a:solidFill>
                  <a:schemeClr val="accent4"/>
                </a:solidFill>
              </a:defRPr>
            </a:lvl1pPr>
            <a:lvl2pPr marL="0" indent="0">
              <a:lnSpc>
                <a:spcPct val="100000"/>
              </a:lnSpc>
              <a:spcBef>
                <a:spcPts val="0"/>
              </a:spcBef>
              <a:buFontTx/>
              <a:buNone/>
              <a:defRPr sz="1400" b="1">
                <a:solidFill>
                  <a:schemeClr val="tx2"/>
                </a:solidFill>
              </a:defRPr>
            </a:lvl2pPr>
            <a:lvl3pPr marL="0" indent="0">
              <a:lnSpc>
                <a:spcPct val="100000"/>
              </a:lnSpc>
              <a:spcBef>
                <a:spcPts val="0"/>
              </a:spcBef>
              <a:buFontTx/>
              <a:buNone/>
              <a:defRPr sz="1400" b="1">
                <a:solidFill>
                  <a:schemeClr val="tx2"/>
                </a:solidFill>
              </a:defRPr>
            </a:lvl3pPr>
            <a:lvl4pPr marL="0" indent="0">
              <a:lnSpc>
                <a:spcPct val="100000"/>
              </a:lnSpc>
              <a:spcBef>
                <a:spcPts val="0"/>
              </a:spcBef>
              <a:buFontTx/>
              <a:buNone/>
              <a:defRPr sz="1400" b="1">
                <a:solidFill>
                  <a:schemeClr val="tx2"/>
                </a:solidFill>
              </a:defRPr>
            </a:lvl4pPr>
            <a:lvl5pPr marL="0" indent="0">
              <a:lnSpc>
                <a:spcPct val="100000"/>
              </a:lnSpc>
              <a:spcBef>
                <a:spcPts val="0"/>
              </a:spcBef>
              <a:buFontTx/>
              <a:buNone/>
              <a:defRPr sz="1400" b="1">
                <a:solidFill>
                  <a:schemeClr val="tx2"/>
                </a:solidFill>
              </a:defRPr>
            </a:lvl5pPr>
          </a:lstStyle>
          <a:p>
            <a:pPr lvl="0"/>
            <a:r>
              <a:rPr lang="en-US"/>
              <a:t>Click to edit Master text styles</a:t>
            </a:r>
          </a:p>
        </p:txBody>
      </p:sp>
      <p:sp>
        <p:nvSpPr>
          <p:cNvPr id="8" name="Bildplatzhalter 1"/>
          <p:cNvSpPr>
            <a:spLocks noGrp="1"/>
          </p:cNvSpPr>
          <p:nvPr>
            <p:ph type="pic" sz="quarter" idx="15"/>
          </p:nvPr>
        </p:nvSpPr>
        <p:spPr>
          <a:xfrm>
            <a:off x="360001" y="1545356"/>
            <a:ext cx="2700000" cy="1800556"/>
          </a:xfrm>
          <a:solidFill>
            <a:schemeClr val="bg2"/>
          </a:solidFill>
        </p:spPr>
        <p:txBody>
          <a:bodyPr/>
          <a:lstStyle/>
          <a:p>
            <a:r>
              <a:rPr lang="en-US"/>
              <a:t>Click icon to add picture</a:t>
            </a:r>
            <a:endParaRPr lang="de-DE"/>
          </a:p>
        </p:txBody>
      </p:sp>
      <p:sp>
        <p:nvSpPr>
          <p:cNvPr id="9" name="Bildplatzhalter 2"/>
          <p:cNvSpPr>
            <a:spLocks noGrp="1"/>
          </p:cNvSpPr>
          <p:nvPr>
            <p:ph type="pic" sz="quarter" idx="16"/>
          </p:nvPr>
        </p:nvSpPr>
        <p:spPr>
          <a:xfrm>
            <a:off x="3222002" y="1545356"/>
            <a:ext cx="2700000" cy="1800556"/>
          </a:xfrm>
          <a:solidFill>
            <a:schemeClr val="bg2"/>
          </a:solidFill>
        </p:spPr>
        <p:txBody>
          <a:bodyPr/>
          <a:lstStyle/>
          <a:p>
            <a:r>
              <a:rPr lang="en-US"/>
              <a:t>Click icon to add picture</a:t>
            </a:r>
            <a:endParaRPr lang="de-DE"/>
          </a:p>
        </p:txBody>
      </p:sp>
      <p:sp>
        <p:nvSpPr>
          <p:cNvPr id="10" name="Bildplatzhalter 3"/>
          <p:cNvSpPr>
            <a:spLocks noGrp="1"/>
          </p:cNvSpPr>
          <p:nvPr>
            <p:ph type="pic" sz="quarter" idx="17"/>
          </p:nvPr>
        </p:nvSpPr>
        <p:spPr>
          <a:xfrm>
            <a:off x="6084002" y="1545356"/>
            <a:ext cx="2700000" cy="1800556"/>
          </a:xfrm>
          <a:solidFill>
            <a:schemeClr val="bg2"/>
          </a:solidFill>
        </p:spPr>
        <p:txBody>
          <a:bodyPr/>
          <a:lstStyle/>
          <a:p>
            <a:r>
              <a:rPr lang="en-US"/>
              <a:t>Click icon to add picture</a:t>
            </a:r>
            <a:endParaRPr lang="de-DE"/>
          </a:p>
        </p:txBody>
      </p:sp>
      <p:sp>
        <p:nvSpPr>
          <p:cNvPr id="11" name="Inhaltsplatzhalter 1"/>
          <p:cNvSpPr>
            <a:spLocks noGrp="1"/>
          </p:cNvSpPr>
          <p:nvPr>
            <p:ph sz="quarter" idx="18"/>
          </p:nvPr>
        </p:nvSpPr>
        <p:spPr>
          <a:xfrm>
            <a:off x="360001" y="3493078"/>
            <a:ext cx="2700000" cy="1152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2" name="Inhaltsplatzhalter 2"/>
          <p:cNvSpPr>
            <a:spLocks noGrp="1"/>
          </p:cNvSpPr>
          <p:nvPr>
            <p:ph sz="quarter" idx="19"/>
          </p:nvPr>
        </p:nvSpPr>
        <p:spPr>
          <a:xfrm>
            <a:off x="3222002" y="3493078"/>
            <a:ext cx="2700000" cy="1152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3" name="Inhaltsplatzhalter 3"/>
          <p:cNvSpPr>
            <a:spLocks noGrp="1"/>
          </p:cNvSpPr>
          <p:nvPr>
            <p:ph sz="quarter" idx="20"/>
          </p:nvPr>
        </p:nvSpPr>
        <p:spPr>
          <a:xfrm>
            <a:off x="6084002" y="3493078"/>
            <a:ext cx="2700000" cy="1152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8" name="Textfeld 9">
            <a:extLst>
              <a:ext uri="{FF2B5EF4-FFF2-40B4-BE49-F238E27FC236}">
                <a16:creationId xmlns:a16="http://schemas.microsoft.com/office/drawing/2014/main" id="{64537562-F09D-47A3-9900-A6BB00C40338}"/>
              </a:ext>
            </a:extLst>
          </p:cNvPr>
          <p:cNvSpPr txBox="1">
            <a:spLocks noChangeArrowheads="1"/>
          </p:cNvSpPr>
          <p:nvPr userDrawn="1"/>
        </p:nvSpPr>
        <p:spPr bwMode="auto">
          <a:xfrm>
            <a:off x="-2188873" y="1854572"/>
            <a:ext cx="2103150" cy="2340722"/>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Bearbeitungshinweis:</a:t>
            </a:r>
          </a:p>
          <a:p>
            <a:pPr eaLnBrk="1" fontAlgn="base" hangingPunct="1">
              <a:spcBef>
                <a:spcPct val="0"/>
              </a:spcBef>
              <a:spcAft>
                <a:spcPct val="0"/>
              </a:spcAft>
            </a:pPr>
            <a:r>
              <a:rPr lang="de-DE" sz="800" dirty="0">
                <a:solidFill>
                  <a:srgbClr val="7F7F7F"/>
                </a:solidFill>
                <a:cs typeface="Tahoma" charset="0"/>
              </a:rPr>
              <a:t>Klicken Sie auf das Symbol im Platzhalter und wählen Sie ein Bild aus.</a:t>
            </a:r>
          </a:p>
          <a:p>
            <a:pPr eaLnBrk="1" fontAlgn="base" hangingPunct="1">
              <a:spcBef>
                <a:spcPct val="0"/>
              </a:spcBef>
              <a:spcAft>
                <a:spcPct val="0"/>
              </a:spcAft>
            </a:pPr>
            <a:r>
              <a:rPr lang="de-DE" sz="800" dirty="0">
                <a:solidFill>
                  <a:srgbClr val="7F7F7F"/>
                </a:solidFill>
                <a:cs typeface="Tahoma" charset="0"/>
              </a:rPr>
              <a:t>Sofern das Bild nicht der Größe des Bildplatzhalters entspricht und somit nicht richtig zugeschnitten ist, gehen Sie bitte wie folgt vor:</a:t>
            </a:r>
          </a:p>
          <a:p>
            <a:pPr eaLnBrk="1" fontAlgn="base" hangingPunct="1">
              <a:spcBef>
                <a:spcPct val="0"/>
              </a:spcBef>
              <a:spcAft>
                <a:spcPct val="0"/>
              </a:spcAft>
              <a:buFont typeface="Tahoma" charset="0"/>
              <a:buNone/>
            </a:pPr>
            <a:r>
              <a:rPr lang="de-DE" sz="800" dirty="0">
                <a:solidFill>
                  <a:srgbClr val="7F7F7F"/>
                </a:solidFill>
                <a:cs typeface="Tahoma" charset="0"/>
              </a:rPr>
              <a:t>Gehen Sie mit der Maus auf das Bild - Klicken Sie auf die rechte Maustaste und wählen Sie „Grafik formatieren“ aus.</a:t>
            </a:r>
          </a:p>
          <a:p>
            <a:pPr eaLnBrk="1" fontAlgn="base" hangingPunct="1">
              <a:spcBef>
                <a:spcPct val="0"/>
              </a:spcBef>
              <a:spcAft>
                <a:spcPct val="0"/>
              </a:spcAft>
              <a:buFont typeface="Tahoma" charset="0"/>
              <a:buNone/>
            </a:pPr>
            <a:r>
              <a:rPr lang="de-DE" sz="800" dirty="0">
                <a:solidFill>
                  <a:srgbClr val="7F7F7F"/>
                </a:solidFill>
                <a:cs typeface="Tahoma" charset="0"/>
              </a:rPr>
              <a:t>Wählen Sie dann „Zuschneiden“. Unter „Bildposition“ – X-Offset und Y-Offset können Sie nun den gewünschten Ausschnitt bestimmen.</a:t>
            </a:r>
          </a:p>
          <a:p>
            <a:pPr eaLnBrk="1" fontAlgn="base" hangingPunct="1">
              <a:spcBef>
                <a:spcPct val="0"/>
              </a:spcBef>
              <a:spcAft>
                <a:spcPct val="0"/>
              </a:spcAft>
              <a:buFont typeface="Tahoma" charset="0"/>
              <a:buNone/>
            </a:pPr>
            <a:r>
              <a:rPr lang="de-DE" sz="800" dirty="0">
                <a:solidFill>
                  <a:srgbClr val="7F7F7F"/>
                </a:solidFill>
                <a:cs typeface="Tahoma" charset="0"/>
              </a:rPr>
              <a:t>Mit positiven Werten wird das Bild nach unten bzw. nach rechts verschoben. Mit negativen Werten hingegen nach oben bzw. links.</a:t>
            </a:r>
            <a:endParaRPr lang="en-US" sz="900" dirty="0">
              <a:solidFill>
                <a:srgbClr val="7F7F7F"/>
              </a:solidFill>
              <a:cs typeface="Tahoma" charset="0"/>
            </a:endParaRPr>
          </a:p>
        </p:txBody>
      </p:sp>
      <p:sp>
        <p:nvSpPr>
          <p:cNvPr id="19" name="Textfeld 11">
            <a:extLst>
              <a:ext uri="{FF2B5EF4-FFF2-40B4-BE49-F238E27FC236}">
                <a16:creationId xmlns:a16="http://schemas.microsoft.com/office/drawing/2014/main" id="{1253BCF7-5DC4-4DEE-AC6D-C973B6878EEE}"/>
              </a:ext>
            </a:extLst>
          </p:cNvPr>
          <p:cNvSpPr txBox="1">
            <a:spLocks noChangeArrowheads="1"/>
          </p:cNvSpPr>
          <p:nvPr userDrawn="1"/>
        </p:nvSpPr>
        <p:spPr bwMode="auto">
          <a:xfrm>
            <a:off x="-2188873" y="0"/>
            <a:ext cx="2103150" cy="1751677"/>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Handling </a:t>
            </a:r>
            <a:r>
              <a:rPr lang="de-DE" sz="1000" b="1" dirty="0" err="1">
                <a:solidFill>
                  <a:srgbClr val="7F7F7F"/>
                </a:solidFill>
                <a:cs typeface="Tahoma" charset="0"/>
              </a:rPr>
              <a:t>instructions</a:t>
            </a:r>
            <a:r>
              <a:rPr lang="de-DE" sz="1000" b="1" dirty="0">
                <a:solidFill>
                  <a:srgbClr val="7F7F7F"/>
                </a:solidFill>
                <a:cs typeface="Tahoma" charset="0"/>
              </a:rPr>
              <a:t>:</a:t>
            </a:r>
          </a:p>
          <a:p>
            <a:pPr eaLnBrk="1" fontAlgn="base" hangingPunct="1">
              <a:spcBef>
                <a:spcPct val="0"/>
              </a:spcBef>
              <a:spcAft>
                <a:spcPct val="0"/>
              </a:spcAft>
            </a:pPr>
            <a:r>
              <a:rPr lang="en-US" sz="800" dirty="0">
                <a:solidFill>
                  <a:srgbClr val="7F7F7F"/>
                </a:solidFill>
                <a:cs typeface="Tahoma" charset="0"/>
              </a:rPr>
              <a:t>Click on the symbol in the place holder and select an image. If the image does not have the same size as the place holder, please follow this instruction:</a:t>
            </a:r>
          </a:p>
          <a:p>
            <a:pPr eaLnBrk="1" fontAlgn="base" hangingPunct="1">
              <a:spcBef>
                <a:spcPct val="0"/>
              </a:spcBef>
              <a:spcAft>
                <a:spcPct val="0"/>
              </a:spcAft>
            </a:pPr>
            <a:r>
              <a:rPr lang="en-US" sz="800" dirty="0">
                <a:solidFill>
                  <a:srgbClr val="7F7F7F"/>
                </a:solidFill>
                <a:cs typeface="Tahoma" charset="0"/>
              </a:rPr>
              <a:t>Move the computer mouse on the picture – right-click and choose “Format Picture”. Then select “Crop”. Edit “Picture Position” – Offset X and Offset Y to determine the appropriate section. </a:t>
            </a:r>
          </a:p>
          <a:p>
            <a:pPr eaLnBrk="1" fontAlgn="base" hangingPunct="1">
              <a:spcBef>
                <a:spcPct val="0"/>
              </a:spcBef>
              <a:spcAft>
                <a:spcPct val="0"/>
              </a:spcAft>
            </a:pPr>
            <a:r>
              <a:rPr lang="en-US" sz="800" dirty="0">
                <a:solidFill>
                  <a:srgbClr val="7F7F7F"/>
                </a:solidFill>
                <a:cs typeface="Tahoma" charset="0"/>
              </a:rPr>
              <a:t>With positive values you can move the picture down and to the right, with negative values up and to the left.</a:t>
            </a:r>
          </a:p>
        </p:txBody>
      </p:sp>
    </p:spTree>
    <p:extLst>
      <p:ext uri="{BB962C8B-B14F-4D97-AF65-F5344CB8AC3E}">
        <p14:creationId xmlns:p14="http://schemas.microsoft.com/office/powerpoint/2010/main" val="692852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8" name="Bildplatzhalter 7"/>
          <p:cNvSpPr>
            <a:spLocks noGrp="1"/>
          </p:cNvSpPr>
          <p:nvPr>
            <p:ph type="pic" sz="quarter" idx="12"/>
          </p:nvPr>
        </p:nvSpPr>
        <p:spPr>
          <a:xfrm>
            <a:off x="0" y="864268"/>
            <a:ext cx="9144000" cy="3781167"/>
          </a:xfrm>
          <a:solidFill>
            <a:schemeClr val="bg2"/>
          </a:solidFill>
        </p:spPr>
        <p:txBody>
          <a:bodyPr vert="horz" lIns="0" tIns="0" rIns="0" bIns="0" rtlCol="0">
            <a:noAutofit/>
          </a:bodyPr>
          <a:lstStyle>
            <a:lvl1pPr>
              <a:defRPr lang="de-DE"/>
            </a:lvl1pPr>
          </a:lstStyle>
          <a:p>
            <a:pPr lvl="0"/>
            <a:r>
              <a:rPr lang="en-US"/>
              <a:t>Click icon to add picture</a:t>
            </a:r>
            <a:endParaRPr lang="de-DE"/>
          </a:p>
        </p:txBody>
      </p:sp>
      <p:sp>
        <p:nvSpPr>
          <p:cNvPr id="9" name="Textfeld 9">
            <a:extLst>
              <a:ext uri="{FF2B5EF4-FFF2-40B4-BE49-F238E27FC236}">
                <a16:creationId xmlns:a16="http://schemas.microsoft.com/office/drawing/2014/main" id="{36AC966B-B866-4B93-A851-7E45340360C2}"/>
              </a:ext>
            </a:extLst>
          </p:cNvPr>
          <p:cNvSpPr txBox="1">
            <a:spLocks noChangeArrowheads="1"/>
          </p:cNvSpPr>
          <p:nvPr userDrawn="1"/>
        </p:nvSpPr>
        <p:spPr bwMode="auto">
          <a:xfrm>
            <a:off x="-2188873" y="1854572"/>
            <a:ext cx="2103150" cy="2340722"/>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Bearbeitungshinweis:</a:t>
            </a:r>
          </a:p>
          <a:p>
            <a:pPr eaLnBrk="1" fontAlgn="base" hangingPunct="1">
              <a:spcBef>
                <a:spcPct val="0"/>
              </a:spcBef>
              <a:spcAft>
                <a:spcPct val="0"/>
              </a:spcAft>
            </a:pPr>
            <a:r>
              <a:rPr lang="de-DE" sz="800" dirty="0">
                <a:solidFill>
                  <a:srgbClr val="7F7F7F"/>
                </a:solidFill>
                <a:cs typeface="Tahoma" charset="0"/>
              </a:rPr>
              <a:t>Klicken Sie auf das Symbol im Platzhalter und wählen Sie ein Bild aus.</a:t>
            </a:r>
          </a:p>
          <a:p>
            <a:pPr eaLnBrk="1" fontAlgn="base" hangingPunct="1">
              <a:spcBef>
                <a:spcPct val="0"/>
              </a:spcBef>
              <a:spcAft>
                <a:spcPct val="0"/>
              </a:spcAft>
            </a:pPr>
            <a:r>
              <a:rPr lang="de-DE" sz="800" dirty="0">
                <a:solidFill>
                  <a:srgbClr val="7F7F7F"/>
                </a:solidFill>
                <a:cs typeface="Tahoma" charset="0"/>
              </a:rPr>
              <a:t>Sofern das Bild nicht der Größe des Bildplatzhalters entspricht und somit nicht richtig zugeschnitten ist, gehen Sie bitte wie folgt vor:</a:t>
            </a:r>
          </a:p>
          <a:p>
            <a:pPr eaLnBrk="1" fontAlgn="base" hangingPunct="1">
              <a:spcBef>
                <a:spcPct val="0"/>
              </a:spcBef>
              <a:spcAft>
                <a:spcPct val="0"/>
              </a:spcAft>
              <a:buFont typeface="Tahoma" charset="0"/>
              <a:buNone/>
            </a:pPr>
            <a:r>
              <a:rPr lang="de-DE" sz="800" dirty="0">
                <a:solidFill>
                  <a:srgbClr val="7F7F7F"/>
                </a:solidFill>
                <a:cs typeface="Tahoma" charset="0"/>
              </a:rPr>
              <a:t>Gehen Sie mit der Maus auf das Bild - Klicken Sie auf die rechte Maustaste und wählen Sie „Grafik formatieren“ aus.</a:t>
            </a:r>
          </a:p>
          <a:p>
            <a:pPr eaLnBrk="1" fontAlgn="base" hangingPunct="1">
              <a:spcBef>
                <a:spcPct val="0"/>
              </a:spcBef>
              <a:spcAft>
                <a:spcPct val="0"/>
              </a:spcAft>
              <a:buFont typeface="Tahoma" charset="0"/>
              <a:buNone/>
            </a:pPr>
            <a:r>
              <a:rPr lang="de-DE" sz="800" dirty="0">
                <a:solidFill>
                  <a:srgbClr val="7F7F7F"/>
                </a:solidFill>
                <a:cs typeface="Tahoma" charset="0"/>
              </a:rPr>
              <a:t>Wählen Sie dann „Zuschneiden“. Unter „Bildposition“ – X-Offset und Y-Offset können Sie nun den gewünschten Ausschnitt bestimmen.</a:t>
            </a:r>
          </a:p>
          <a:p>
            <a:pPr eaLnBrk="1" fontAlgn="base" hangingPunct="1">
              <a:spcBef>
                <a:spcPct val="0"/>
              </a:spcBef>
              <a:spcAft>
                <a:spcPct val="0"/>
              </a:spcAft>
              <a:buFont typeface="Tahoma" charset="0"/>
              <a:buNone/>
            </a:pPr>
            <a:r>
              <a:rPr lang="de-DE" sz="800" dirty="0">
                <a:solidFill>
                  <a:srgbClr val="7F7F7F"/>
                </a:solidFill>
                <a:cs typeface="Tahoma" charset="0"/>
              </a:rPr>
              <a:t>Mit positiven Werten wird das Bild nach unten bzw. nach rechts verschoben. Mit negativen Werten hingegen nach oben bzw. links.</a:t>
            </a:r>
            <a:endParaRPr lang="en-US" sz="900" dirty="0">
              <a:solidFill>
                <a:srgbClr val="7F7F7F"/>
              </a:solidFill>
              <a:cs typeface="Tahoma" charset="0"/>
            </a:endParaRPr>
          </a:p>
        </p:txBody>
      </p:sp>
      <p:sp>
        <p:nvSpPr>
          <p:cNvPr id="10" name="Textfeld 11">
            <a:extLst>
              <a:ext uri="{FF2B5EF4-FFF2-40B4-BE49-F238E27FC236}">
                <a16:creationId xmlns:a16="http://schemas.microsoft.com/office/drawing/2014/main" id="{01064C6D-1DA1-4E1A-B15A-409C0FB1179D}"/>
              </a:ext>
            </a:extLst>
          </p:cNvPr>
          <p:cNvSpPr txBox="1">
            <a:spLocks noChangeArrowheads="1"/>
          </p:cNvSpPr>
          <p:nvPr userDrawn="1"/>
        </p:nvSpPr>
        <p:spPr bwMode="auto">
          <a:xfrm>
            <a:off x="-2188873" y="0"/>
            <a:ext cx="2103150" cy="1751677"/>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Handling </a:t>
            </a:r>
            <a:r>
              <a:rPr lang="de-DE" sz="1000" b="1" dirty="0" err="1">
                <a:solidFill>
                  <a:srgbClr val="7F7F7F"/>
                </a:solidFill>
                <a:cs typeface="Tahoma" charset="0"/>
              </a:rPr>
              <a:t>instructions</a:t>
            </a:r>
            <a:r>
              <a:rPr lang="de-DE" sz="1000" b="1" dirty="0">
                <a:solidFill>
                  <a:srgbClr val="7F7F7F"/>
                </a:solidFill>
                <a:cs typeface="Tahoma" charset="0"/>
              </a:rPr>
              <a:t>:</a:t>
            </a:r>
          </a:p>
          <a:p>
            <a:pPr eaLnBrk="1" fontAlgn="base" hangingPunct="1">
              <a:spcBef>
                <a:spcPct val="0"/>
              </a:spcBef>
              <a:spcAft>
                <a:spcPct val="0"/>
              </a:spcAft>
            </a:pPr>
            <a:r>
              <a:rPr lang="en-US" sz="800" dirty="0">
                <a:solidFill>
                  <a:srgbClr val="7F7F7F"/>
                </a:solidFill>
                <a:cs typeface="Tahoma" charset="0"/>
              </a:rPr>
              <a:t>Click on the symbol in the place holder and select an image. If the image does not have the same size as the place holder, please follow this instruction:</a:t>
            </a:r>
          </a:p>
          <a:p>
            <a:pPr eaLnBrk="1" fontAlgn="base" hangingPunct="1">
              <a:spcBef>
                <a:spcPct val="0"/>
              </a:spcBef>
              <a:spcAft>
                <a:spcPct val="0"/>
              </a:spcAft>
            </a:pPr>
            <a:r>
              <a:rPr lang="en-US" sz="800" dirty="0">
                <a:solidFill>
                  <a:srgbClr val="7F7F7F"/>
                </a:solidFill>
                <a:cs typeface="Tahoma" charset="0"/>
              </a:rPr>
              <a:t>Move the computer mouse on the picture – right-click and choose “Format Picture”. Then select “Crop”. Edit “Picture Position” – Offset X and Offset Y to determine the appropriate section. </a:t>
            </a:r>
          </a:p>
          <a:p>
            <a:pPr eaLnBrk="1" fontAlgn="base" hangingPunct="1">
              <a:spcBef>
                <a:spcPct val="0"/>
              </a:spcBef>
              <a:spcAft>
                <a:spcPct val="0"/>
              </a:spcAft>
            </a:pPr>
            <a:r>
              <a:rPr lang="en-US" sz="800" dirty="0">
                <a:solidFill>
                  <a:srgbClr val="7F7F7F"/>
                </a:solidFill>
                <a:cs typeface="Tahoma" charset="0"/>
              </a:rPr>
              <a:t>With positive values you can move the picture down and to the right, with negative values up and to the left.</a:t>
            </a:r>
          </a:p>
        </p:txBody>
      </p:sp>
    </p:spTree>
    <p:extLst>
      <p:ext uri="{BB962C8B-B14F-4D97-AF65-F5344CB8AC3E}">
        <p14:creationId xmlns:p14="http://schemas.microsoft.com/office/powerpoint/2010/main" val="1004532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AE839375-43AA-4A5D-B991-4343C4570BCB}" type="slidenum">
              <a:rPr lang="de-DE" smtClean="0"/>
              <a:t>‹#›</a:t>
            </a:fld>
            <a:endParaRPr lang="de-DE"/>
          </a:p>
        </p:txBody>
      </p:sp>
    </p:spTree>
    <p:extLst>
      <p:ext uri="{BB962C8B-B14F-4D97-AF65-F5344CB8AC3E}">
        <p14:creationId xmlns:p14="http://schemas.microsoft.com/office/powerpoint/2010/main" val="578430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AE839375-43AA-4A5D-B991-4343C4570BCB}" type="slidenum">
              <a:rPr lang="de-DE" smtClean="0"/>
              <a:t>‹#›</a:t>
            </a:fld>
            <a:endParaRPr lang="de-DE"/>
          </a:p>
        </p:txBody>
      </p:sp>
    </p:spTree>
    <p:extLst>
      <p:ext uri="{BB962C8B-B14F-4D97-AF65-F5344CB8AC3E}">
        <p14:creationId xmlns:p14="http://schemas.microsoft.com/office/powerpoint/2010/main" val="42927813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hapter slide">
    <p:bg>
      <p:bgPr>
        <a:solidFill>
          <a:schemeClr val="bg1"/>
        </a:solidFill>
        <a:effectLst/>
      </p:bgPr>
    </p:bg>
    <p:spTree>
      <p:nvGrpSpPr>
        <p:cNvPr id="1" name=""/>
        <p:cNvGrpSpPr/>
        <p:nvPr/>
      </p:nvGrpSpPr>
      <p:grpSpPr>
        <a:xfrm>
          <a:off x="0" y="0"/>
          <a:ext cx="0" cy="0"/>
          <a:chOff x="0" y="0"/>
          <a:chExt cx="0" cy="0"/>
        </a:xfrm>
      </p:grpSpPr>
      <p:sp>
        <p:nvSpPr>
          <p:cNvPr id="16" name="Rechteck 15"/>
          <p:cNvSpPr/>
          <p:nvPr userDrawn="1"/>
        </p:nvSpPr>
        <p:spPr>
          <a:xfrm>
            <a:off x="0" y="0"/>
            <a:ext cx="9144000" cy="5145988"/>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2" name="Gruppieren 1"/>
          <p:cNvGrpSpPr/>
          <p:nvPr/>
        </p:nvGrpSpPr>
        <p:grpSpPr>
          <a:xfrm>
            <a:off x="360002" y="4723759"/>
            <a:ext cx="8424000" cy="366466"/>
            <a:chOff x="360001" y="4722299"/>
            <a:chExt cx="8424000" cy="366353"/>
          </a:xfrm>
        </p:grpSpPr>
        <p:sp>
          <p:nvSpPr>
            <p:cNvPr id="14" name="Text Box 10"/>
            <p:cNvSpPr txBox="1">
              <a:spLocks noChangeArrowheads="1"/>
            </p:cNvSpPr>
            <p:nvPr userDrawn="1"/>
          </p:nvSpPr>
          <p:spPr bwMode="black">
            <a:xfrm>
              <a:off x="7607032" y="4893356"/>
              <a:ext cx="900000" cy="10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5" name="Gerade Verbindung 14"/>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2" name="Fußzeilenplatzhalter 2"/>
          <p:cNvSpPr>
            <a:spLocks noGrp="1"/>
          </p:cNvSpPr>
          <p:nvPr>
            <p:ph type="ftr" sz="quarter" idx="10"/>
          </p:nvPr>
        </p:nvSpPr>
        <p:spPr>
          <a:xfrm>
            <a:off x="929391" y="4892162"/>
            <a:ext cx="5220000" cy="108033"/>
          </a:xfrm>
        </p:spPr>
        <p:txBody>
          <a:bodyPr/>
          <a:lstStyle>
            <a:lvl1pPr>
              <a:defRPr>
                <a:solidFill>
                  <a:schemeClr val="bg1"/>
                </a:solidFill>
              </a:defRPr>
            </a:lvl1pPr>
          </a:lstStyle>
          <a:p>
            <a:pPr>
              <a:lnSpc>
                <a:spcPts val="800"/>
              </a:lnSpc>
            </a:pPr>
            <a:endParaRPr dirty="0">
              <a:solidFill>
                <a:srgbClr val="FFFFFF"/>
              </a:solidFill>
            </a:endParaRPr>
          </a:p>
        </p:txBody>
      </p:sp>
      <p:sp>
        <p:nvSpPr>
          <p:cNvPr id="23" name="Foliennummernplatzhalter 3"/>
          <p:cNvSpPr>
            <a:spLocks noGrp="1"/>
          </p:cNvSpPr>
          <p:nvPr>
            <p:ph type="sldNum" sz="quarter" idx="11"/>
          </p:nvPr>
        </p:nvSpPr>
        <p:spPr>
          <a:xfrm>
            <a:off x="8604001" y="4892162"/>
            <a:ext cx="180000" cy="108033"/>
          </a:xfrm>
        </p:spPr>
        <p:txBody>
          <a:bodyPr/>
          <a:lstStyle>
            <a:lvl1pPr>
              <a:defRPr>
                <a:solidFill>
                  <a:schemeClr val="bg1"/>
                </a:solidFill>
              </a:defRPr>
            </a:lvl1pPr>
          </a:lstStyle>
          <a:p>
            <a:pPr algn="r">
              <a:lnSpc>
                <a:spcPts val="800"/>
              </a:lnSpc>
            </a:pPr>
            <a:fld id="{D985BC7C-F6A2-4FED-9217-735A5E10A319}" type="slidenum">
              <a:rPr smtClean="0">
                <a:solidFill>
                  <a:srgbClr val="FFFFFF"/>
                </a:solidFill>
              </a:rPr>
              <a:pPr algn="r">
                <a:lnSpc>
                  <a:spcPts val="800"/>
                </a:lnSpc>
              </a:pPr>
              <a:t>‹#›</a:t>
            </a:fld>
            <a:endParaRPr dirty="0">
              <a:solidFill>
                <a:srgbClr val="FFFFFF"/>
              </a:solidFill>
            </a:endParaRPr>
          </a:p>
        </p:txBody>
      </p:sp>
      <p:sp>
        <p:nvSpPr>
          <p:cNvPr id="24" name="Textplatzhalter 13"/>
          <p:cNvSpPr>
            <a:spLocks noGrp="1"/>
          </p:cNvSpPr>
          <p:nvPr>
            <p:ph type="body" sz="quarter" idx="12"/>
          </p:nvPr>
        </p:nvSpPr>
        <p:spPr>
          <a:xfrm>
            <a:off x="360001" y="324742"/>
            <a:ext cx="1279615" cy="1058309"/>
          </a:xfrm>
        </p:spPr>
        <p:txBody>
          <a:bodyPr wrap="none" lIns="0" tIns="0" rIns="0" bIns="0">
            <a:noAutofit/>
          </a:bodyPr>
          <a:lstStyle>
            <a:lvl1pPr>
              <a:defRPr lang="de-DE" sz="7200" b="1" kern="0" dirty="0">
                <a:solidFill>
                  <a:schemeClr val="tx2"/>
                </a:solidFill>
              </a:defRPr>
            </a:lvl1pPr>
          </a:lstStyle>
          <a:p>
            <a:pPr lvl="0"/>
            <a:r>
              <a:rPr lang="en-US"/>
              <a:t>Click to edit Master text styles</a:t>
            </a:r>
          </a:p>
        </p:txBody>
      </p:sp>
      <p:sp>
        <p:nvSpPr>
          <p:cNvPr id="25" name="Textplatzhalter 12"/>
          <p:cNvSpPr>
            <a:spLocks noGrp="1"/>
          </p:cNvSpPr>
          <p:nvPr>
            <p:ph type="body" sz="quarter" idx="13"/>
          </p:nvPr>
        </p:nvSpPr>
        <p:spPr>
          <a:xfrm>
            <a:off x="359999" y="1339006"/>
            <a:ext cx="8424000" cy="461808"/>
          </a:xfrm>
          <a:noFill/>
        </p:spPr>
        <p:txBody>
          <a:bodyPr wrap="square" lIns="0" tIns="0" rIns="0" bIns="0" rtlCol="0">
            <a:noAutofit/>
          </a:bodyPr>
          <a:lstStyle>
            <a:lvl1pPr>
              <a:defRPr lang="de-DE" sz="3000" b="1" kern="1200" dirty="0">
                <a:solidFill>
                  <a:schemeClr val="bg1"/>
                </a:solidFill>
                <a:latin typeface="Tahoma" charset="0"/>
                <a:ea typeface="Tahoma" charset="0"/>
                <a:cs typeface="Tahoma" charset="0"/>
              </a:defRPr>
            </a:lvl1pPr>
          </a:lstStyle>
          <a:p>
            <a:pPr lvl="0">
              <a:spcBef>
                <a:spcPct val="0"/>
              </a:spcBef>
            </a:pPr>
            <a:r>
              <a:rPr lang="en-US"/>
              <a:t>Click to edit Master text styles</a:t>
            </a:r>
          </a:p>
        </p:txBody>
      </p:sp>
      <p:sp>
        <p:nvSpPr>
          <p:cNvPr id="13" name="Textfeld 12" descr="NovaPathClassification"/>
          <p:cNvSpPr txBox="1"/>
          <p:nvPr userDrawn="1"/>
        </p:nvSpPr>
        <p:spPr>
          <a:xfrm>
            <a:off x="6269275" y="4889458"/>
            <a:ext cx="1260000" cy="108033"/>
          </a:xfrm>
          <a:prstGeom prst="rect">
            <a:avLst/>
          </a:prstGeom>
        </p:spPr>
        <p:txBody>
          <a:bodyPr vert="horz" lIns="0" tIns="0" rIns="0" bIns="0" rtlCol="0" anchor="ctr"/>
          <a:lstStyle>
            <a:defPPr>
              <a:defRPr lang="de-DE"/>
            </a:defPPr>
            <a:lvl1pPr>
              <a:defRPr sz="600"/>
            </a:lvl1pPr>
          </a:lstStyle>
          <a:p>
            <a:pPr lvl="0"/>
            <a:endParaRPr lang="en-US" noProof="0" dirty="0">
              <a:solidFill>
                <a:schemeClr val="bg1"/>
              </a:solidFill>
            </a:endParaRPr>
          </a:p>
        </p:txBody>
      </p:sp>
    </p:spTree>
    <p:extLst>
      <p:ext uri="{BB962C8B-B14F-4D97-AF65-F5344CB8AC3E}">
        <p14:creationId xmlns:p14="http://schemas.microsoft.com/office/powerpoint/2010/main" val="3496463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and Closing slide">
    <p:bg>
      <p:bgPr>
        <a:solidFill>
          <a:schemeClr val="bg1"/>
        </a:solidFill>
        <a:effectLst/>
      </p:bgPr>
    </p:bg>
    <p:spTree>
      <p:nvGrpSpPr>
        <p:cNvPr id="1" name=""/>
        <p:cNvGrpSpPr/>
        <p:nvPr/>
      </p:nvGrpSpPr>
      <p:grpSpPr>
        <a:xfrm>
          <a:off x="0" y="0"/>
          <a:ext cx="0" cy="0"/>
          <a:chOff x="0" y="0"/>
          <a:chExt cx="0" cy="0"/>
        </a:xfrm>
      </p:grpSpPr>
      <p:sp>
        <p:nvSpPr>
          <p:cNvPr id="9" name="Rechteck 8"/>
          <p:cNvSpPr/>
          <p:nvPr userDrawn="1"/>
        </p:nvSpPr>
        <p:spPr>
          <a:xfrm>
            <a:off x="0" y="0"/>
            <a:ext cx="9144000" cy="5145988"/>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18" name="Textplatzhalter 12"/>
          <p:cNvSpPr>
            <a:spLocks noGrp="1"/>
          </p:cNvSpPr>
          <p:nvPr>
            <p:ph type="body" sz="quarter" idx="12"/>
          </p:nvPr>
        </p:nvSpPr>
        <p:spPr>
          <a:xfrm>
            <a:off x="360000" y="438285"/>
            <a:ext cx="6706589" cy="1058309"/>
          </a:xfrm>
        </p:spPr>
        <p:txBody>
          <a:bodyPr/>
          <a:lstStyle>
            <a:lvl1pPr marL="0" indent="0">
              <a:lnSpc>
                <a:spcPct val="100000"/>
              </a:lnSpc>
              <a:spcBef>
                <a:spcPts val="0"/>
              </a:spcBef>
              <a:buFontTx/>
              <a:buNone/>
              <a:defRPr sz="3600" b="1">
                <a:solidFill>
                  <a:schemeClr val="bg1"/>
                </a:solidFill>
              </a:defRPr>
            </a:lvl1pPr>
            <a:lvl2pPr marL="0" indent="0">
              <a:lnSpc>
                <a:spcPct val="100000"/>
              </a:lnSpc>
              <a:spcBef>
                <a:spcPts val="0"/>
              </a:spcBef>
              <a:buFontTx/>
              <a:buNone/>
              <a:defRPr sz="3600">
                <a:solidFill>
                  <a:schemeClr val="bg1"/>
                </a:solidFill>
              </a:defRPr>
            </a:lvl2pPr>
            <a:lvl3pPr marL="0" indent="0">
              <a:lnSpc>
                <a:spcPct val="100000"/>
              </a:lnSpc>
              <a:spcBef>
                <a:spcPts val="0"/>
              </a:spcBef>
              <a:buFontTx/>
              <a:buNone/>
              <a:defRPr sz="3600">
                <a:solidFill>
                  <a:schemeClr val="bg1"/>
                </a:solidFill>
              </a:defRPr>
            </a:lvl3pPr>
            <a:lvl4pPr marL="0" indent="0">
              <a:lnSpc>
                <a:spcPct val="100000"/>
              </a:lnSpc>
              <a:spcBef>
                <a:spcPts val="0"/>
              </a:spcBef>
              <a:buFontTx/>
              <a:buNone/>
              <a:defRPr sz="3600">
                <a:solidFill>
                  <a:schemeClr val="bg1"/>
                </a:solidFill>
              </a:defRPr>
            </a:lvl4pPr>
            <a:lvl5pPr marL="0" indent="0">
              <a:lnSpc>
                <a:spcPct val="100000"/>
              </a:lnSpc>
              <a:spcBef>
                <a:spcPts val="0"/>
              </a:spcBef>
              <a:buFontTx/>
              <a:buNone/>
              <a:defRPr sz="3600">
                <a:solidFill>
                  <a:schemeClr val="bg1"/>
                </a:solidFill>
              </a:defRPr>
            </a:lvl5pPr>
          </a:lstStyle>
          <a:p>
            <a:pPr lvl="0"/>
            <a:r>
              <a:rPr lang="en-US"/>
              <a:t>Click to edit Master text styles</a:t>
            </a:r>
          </a:p>
        </p:txBody>
      </p:sp>
      <p:sp>
        <p:nvSpPr>
          <p:cNvPr id="12" name="Fußzeilenplatzhalter 2"/>
          <p:cNvSpPr>
            <a:spLocks noGrp="1"/>
          </p:cNvSpPr>
          <p:nvPr>
            <p:ph type="ftr" sz="quarter" idx="10"/>
          </p:nvPr>
        </p:nvSpPr>
        <p:spPr>
          <a:xfrm>
            <a:off x="929391" y="4892162"/>
            <a:ext cx="5220000" cy="108033"/>
          </a:xfrm>
        </p:spPr>
        <p:txBody>
          <a:bodyPr/>
          <a:lstStyle>
            <a:lvl1pPr>
              <a:defRPr>
                <a:solidFill>
                  <a:schemeClr val="bg1"/>
                </a:solidFill>
              </a:defRPr>
            </a:lvl1pPr>
          </a:lstStyle>
          <a:p>
            <a:pPr>
              <a:lnSpc>
                <a:spcPts val="800"/>
              </a:lnSpc>
            </a:pPr>
            <a:endParaRPr dirty="0">
              <a:solidFill>
                <a:srgbClr val="FFFFFF"/>
              </a:solidFill>
            </a:endParaRPr>
          </a:p>
        </p:txBody>
      </p:sp>
      <p:sp>
        <p:nvSpPr>
          <p:cNvPr id="14" name="Foliennummernplatzhalter 3"/>
          <p:cNvSpPr>
            <a:spLocks noGrp="1"/>
          </p:cNvSpPr>
          <p:nvPr>
            <p:ph type="sldNum" sz="quarter" idx="11"/>
          </p:nvPr>
        </p:nvSpPr>
        <p:spPr>
          <a:xfrm>
            <a:off x="8604001" y="4892162"/>
            <a:ext cx="180000" cy="108033"/>
          </a:xfrm>
        </p:spPr>
        <p:txBody>
          <a:bodyPr/>
          <a:lstStyle>
            <a:lvl1pPr>
              <a:defRPr>
                <a:solidFill>
                  <a:schemeClr val="bg1"/>
                </a:solidFill>
              </a:defRPr>
            </a:lvl1pPr>
          </a:lstStyle>
          <a:p>
            <a:pPr algn="r">
              <a:lnSpc>
                <a:spcPts val="800"/>
              </a:lnSpc>
            </a:pPr>
            <a:fld id="{D985BC7C-F6A2-4FED-9217-735A5E10A319}" type="slidenum">
              <a:rPr smtClean="0">
                <a:solidFill>
                  <a:srgbClr val="FFFFFF"/>
                </a:solidFill>
              </a:rPr>
              <a:pPr algn="r">
                <a:lnSpc>
                  <a:spcPts val="800"/>
                </a:lnSpc>
              </a:pPr>
              <a:t>‹#›</a:t>
            </a:fld>
            <a:endParaRPr dirty="0">
              <a:solidFill>
                <a:srgbClr val="FFFFFF"/>
              </a:solidFill>
            </a:endParaRPr>
          </a:p>
        </p:txBody>
      </p:sp>
      <p:grpSp>
        <p:nvGrpSpPr>
          <p:cNvPr id="16" name="Gruppieren 15"/>
          <p:cNvGrpSpPr/>
          <p:nvPr userDrawn="1"/>
        </p:nvGrpSpPr>
        <p:grpSpPr>
          <a:xfrm>
            <a:off x="360002" y="4723759"/>
            <a:ext cx="8424000" cy="366466"/>
            <a:chOff x="360001" y="4722299"/>
            <a:chExt cx="8424000" cy="366353"/>
          </a:xfrm>
        </p:grpSpPr>
        <p:sp>
          <p:nvSpPr>
            <p:cNvPr id="17" name="Text Box 10"/>
            <p:cNvSpPr txBox="1">
              <a:spLocks noChangeArrowheads="1"/>
            </p:cNvSpPr>
            <p:nvPr userDrawn="1"/>
          </p:nvSpPr>
          <p:spPr bwMode="black">
            <a:xfrm>
              <a:off x="7607032" y="4893356"/>
              <a:ext cx="900000" cy="10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20" name="Gerade Verbindung 19"/>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21" name="Grafik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11" name="Textfeld 10" descr="NovaPathClassification"/>
          <p:cNvSpPr txBox="1"/>
          <p:nvPr userDrawn="1"/>
        </p:nvSpPr>
        <p:spPr>
          <a:xfrm>
            <a:off x="6269275" y="4889458"/>
            <a:ext cx="1260000" cy="108033"/>
          </a:xfrm>
          <a:prstGeom prst="rect">
            <a:avLst/>
          </a:prstGeom>
        </p:spPr>
        <p:txBody>
          <a:bodyPr vert="horz" lIns="0" tIns="0" rIns="0" bIns="0" rtlCol="0" anchor="ctr"/>
          <a:lstStyle>
            <a:defPPr>
              <a:defRPr lang="de-DE"/>
            </a:defPPr>
            <a:lvl1pPr>
              <a:defRPr sz="600"/>
            </a:lvl1pPr>
          </a:lstStyle>
          <a:p>
            <a:pPr lvl="0"/>
            <a:endParaRPr lang="en-US" noProof="0" dirty="0">
              <a:solidFill>
                <a:schemeClr val="bg1"/>
              </a:solidFill>
            </a:endParaRPr>
          </a:p>
        </p:txBody>
      </p:sp>
    </p:spTree>
    <p:extLst>
      <p:ext uri="{BB962C8B-B14F-4D97-AF65-F5344CB8AC3E}">
        <p14:creationId xmlns:p14="http://schemas.microsoft.com/office/powerpoint/2010/main" val="184951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and Content (blue)">
    <p:spTree>
      <p:nvGrpSpPr>
        <p:cNvPr id="1" name=""/>
        <p:cNvGrpSpPr/>
        <p:nvPr/>
      </p:nvGrpSpPr>
      <p:grpSpPr>
        <a:xfrm>
          <a:off x="0" y="0"/>
          <a:ext cx="0" cy="0"/>
          <a:chOff x="0" y="0"/>
          <a:chExt cx="0" cy="0"/>
        </a:xfrm>
      </p:grpSpPr>
      <p:sp>
        <p:nvSpPr>
          <p:cNvPr id="7" name="Rechteck 6"/>
          <p:cNvSpPr/>
          <p:nvPr userDrawn="1"/>
        </p:nvSpPr>
        <p:spPr>
          <a:xfrm>
            <a:off x="0" y="0"/>
            <a:ext cx="9144000" cy="5145988"/>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2" name="Titel 1"/>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
        <p:nvSpPr>
          <p:cNvPr id="3" name="Inhaltsplatzhalter 2"/>
          <p:cNvSpPr>
            <a:spLocks noGrp="1"/>
          </p:cNvSpPr>
          <p:nvPr>
            <p:ph idx="1"/>
          </p:nvPr>
        </p:nvSpPr>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grpSp>
        <p:nvGrpSpPr>
          <p:cNvPr id="8" name="Gruppieren 7"/>
          <p:cNvGrpSpPr/>
          <p:nvPr userDrawn="1"/>
        </p:nvGrpSpPr>
        <p:grpSpPr>
          <a:xfrm>
            <a:off x="360002" y="4723759"/>
            <a:ext cx="8424000" cy="366466"/>
            <a:chOff x="360001" y="4722299"/>
            <a:chExt cx="8424000" cy="366353"/>
          </a:xfrm>
        </p:grpSpPr>
        <p:sp>
          <p:nvSpPr>
            <p:cNvPr id="9" name="Text Box 10"/>
            <p:cNvSpPr txBox="1">
              <a:spLocks noChangeArrowheads="1"/>
            </p:cNvSpPr>
            <p:nvPr userDrawn="1"/>
          </p:nvSpPr>
          <p:spPr bwMode="black">
            <a:xfrm>
              <a:off x="7607032" y="4893356"/>
              <a:ext cx="900000" cy="10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0" name="Gerade Verbindung 9"/>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15" name="Textfeld 14" descr="NovaPathClassification"/>
          <p:cNvSpPr txBox="1"/>
          <p:nvPr userDrawn="1"/>
        </p:nvSpPr>
        <p:spPr>
          <a:xfrm>
            <a:off x="6269275" y="4889458"/>
            <a:ext cx="1260000" cy="108033"/>
          </a:xfrm>
          <a:prstGeom prst="rect">
            <a:avLst/>
          </a:prstGeom>
        </p:spPr>
        <p:txBody>
          <a:bodyPr vert="horz" lIns="0" tIns="0" rIns="0" bIns="0" rtlCol="0" anchor="ctr"/>
          <a:lstStyle>
            <a:defPPr>
              <a:defRPr lang="de-DE"/>
            </a:defPPr>
            <a:lvl1pPr>
              <a:defRPr sz="600"/>
            </a:lvl1pPr>
          </a:lstStyle>
          <a:p>
            <a:pPr lvl="0"/>
            <a:endParaRPr lang="en-US" noProof="0" dirty="0">
              <a:solidFill>
                <a:schemeClr val="bg1"/>
              </a:solidFill>
            </a:endParaRPr>
          </a:p>
        </p:txBody>
      </p:sp>
      <p:sp>
        <p:nvSpPr>
          <p:cNvPr id="14" name="Textfeld 9">
            <a:extLst>
              <a:ext uri="{FF2B5EF4-FFF2-40B4-BE49-F238E27FC236}">
                <a16:creationId xmlns:a16="http://schemas.microsoft.com/office/drawing/2014/main" id="{14287266-3EC1-4378-8ABF-C1A039AC4E3C}"/>
              </a:ext>
            </a:extLst>
          </p:cNvPr>
          <p:cNvSpPr txBox="1">
            <a:spLocks noChangeArrowheads="1"/>
          </p:cNvSpPr>
          <p:nvPr userDrawn="1"/>
        </p:nvSpPr>
        <p:spPr bwMode="auto">
          <a:xfrm>
            <a:off x="-2188873" y="1580252"/>
            <a:ext cx="2103150" cy="1586897"/>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Bearbeitungshinweis:</a:t>
            </a:r>
          </a:p>
          <a:p>
            <a:pPr eaLnBrk="1" fontAlgn="base" hangingPunct="1">
              <a:spcBef>
                <a:spcPct val="0"/>
              </a:spcBef>
              <a:spcAft>
                <a:spcPct val="0"/>
              </a:spcAft>
            </a:pPr>
            <a:r>
              <a:rPr lang="de-DE" sz="800" dirty="0">
                <a:solidFill>
                  <a:srgbClr val="7F7F7F"/>
                </a:solidFill>
                <a:cs typeface="Tahoma" charset="0"/>
              </a:rPr>
              <a:t>Wir empfehlen, die blauen Folien nur für Showpräsentationen, Pressekonferenzen etc. zu verwenden.</a:t>
            </a:r>
          </a:p>
          <a:p>
            <a:pPr eaLnBrk="1" fontAlgn="base" hangingPunct="1">
              <a:spcBef>
                <a:spcPct val="0"/>
              </a:spcBef>
              <a:spcAft>
                <a:spcPct val="0"/>
              </a:spcAft>
            </a:pPr>
            <a:endParaRPr lang="de-DE" sz="800" dirty="0">
              <a:solidFill>
                <a:srgbClr val="7F7F7F"/>
              </a:solidFill>
              <a:cs typeface="Tahoma" charset="0"/>
            </a:endParaRPr>
          </a:p>
          <a:p>
            <a:pPr eaLnBrk="1" fontAlgn="base" hangingPunct="1">
              <a:spcBef>
                <a:spcPct val="0"/>
              </a:spcBef>
              <a:spcAft>
                <a:spcPct val="0"/>
              </a:spcAft>
            </a:pPr>
            <a:r>
              <a:rPr lang="de-DE" sz="800" dirty="0">
                <a:solidFill>
                  <a:srgbClr val="7F7F7F"/>
                </a:solidFill>
                <a:cs typeface="Tahoma" charset="0"/>
              </a:rPr>
              <a:t>Bitten beachten Sie, dass die Funktion „Design Check“ vom Corporate </a:t>
            </a:r>
            <a:r>
              <a:rPr lang="de-DE" sz="800" dirty="0" err="1">
                <a:solidFill>
                  <a:srgbClr val="7F7F7F"/>
                </a:solidFill>
                <a:cs typeface="Tahoma" charset="0"/>
              </a:rPr>
              <a:t>Presenter</a:t>
            </a:r>
            <a:r>
              <a:rPr lang="de-DE" sz="800" dirty="0">
                <a:solidFill>
                  <a:srgbClr val="7F7F7F"/>
                </a:solidFill>
                <a:cs typeface="Tahoma" charset="0"/>
              </a:rPr>
              <a:t> die blauen Folien nicht richtig überprüfen kann. Bitte ignorieren Sie daher die Kommentare des Dienstes für Ihre blauen Folien und führen Sie die Anpassungen für die blauen Folien nicht durch.</a:t>
            </a:r>
          </a:p>
        </p:txBody>
      </p:sp>
      <p:sp>
        <p:nvSpPr>
          <p:cNvPr id="16" name="Textfeld 11">
            <a:extLst>
              <a:ext uri="{FF2B5EF4-FFF2-40B4-BE49-F238E27FC236}">
                <a16:creationId xmlns:a16="http://schemas.microsoft.com/office/drawing/2014/main" id="{AA9B4A25-9C97-4E8E-A57A-531EEFC61784}"/>
              </a:ext>
            </a:extLst>
          </p:cNvPr>
          <p:cNvSpPr txBox="1">
            <a:spLocks noChangeArrowheads="1"/>
          </p:cNvSpPr>
          <p:nvPr userDrawn="1"/>
        </p:nvSpPr>
        <p:spPr bwMode="auto">
          <a:xfrm>
            <a:off x="-2188873" y="0"/>
            <a:ext cx="2103150" cy="1471353"/>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Handling </a:t>
            </a:r>
            <a:r>
              <a:rPr lang="de-DE" sz="1000" b="1" dirty="0" err="1">
                <a:solidFill>
                  <a:srgbClr val="7F7F7F"/>
                </a:solidFill>
                <a:cs typeface="Tahoma" charset="0"/>
              </a:rPr>
              <a:t>instructions</a:t>
            </a:r>
            <a:r>
              <a:rPr lang="de-DE" sz="1000" b="1" dirty="0">
                <a:solidFill>
                  <a:srgbClr val="7F7F7F"/>
                </a:solidFill>
                <a:cs typeface="Tahoma" charset="0"/>
              </a:rPr>
              <a:t>:</a:t>
            </a:r>
          </a:p>
          <a:p>
            <a:pPr eaLnBrk="1" fontAlgn="base" hangingPunct="1">
              <a:spcBef>
                <a:spcPct val="0"/>
              </a:spcBef>
              <a:spcAft>
                <a:spcPct val="0"/>
              </a:spcAft>
            </a:pPr>
            <a:r>
              <a:rPr lang="en-US" sz="800" dirty="0">
                <a:solidFill>
                  <a:srgbClr val="7F7F7F"/>
                </a:solidFill>
                <a:cs typeface="Tahoma" charset="0"/>
              </a:rPr>
              <a:t>We recommend to use the blue slides only</a:t>
            </a:r>
            <a:br>
              <a:rPr lang="en-US" sz="800" dirty="0">
                <a:solidFill>
                  <a:srgbClr val="7F7F7F"/>
                </a:solidFill>
                <a:cs typeface="Tahoma" charset="0"/>
              </a:rPr>
            </a:br>
            <a:r>
              <a:rPr lang="en-US" sz="800" dirty="0">
                <a:solidFill>
                  <a:srgbClr val="7F7F7F"/>
                </a:solidFill>
                <a:cs typeface="Tahoma" charset="0"/>
              </a:rPr>
              <a:t>for show presentations, press conferences etc.</a:t>
            </a:r>
          </a:p>
          <a:p>
            <a:pPr eaLnBrk="1" fontAlgn="base" hangingPunct="1">
              <a:spcBef>
                <a:spcPct val="0"/>
              </a:spcBef>
              <a:spcAft>
                <a:spcPct val="0"/>
              </a:spcAft>
            </a:pPr>
            <a:endParaRPr lang="en-US" sz="800" dirty="0">
              <a:solidFill>
                <a:srgbClr val="7F7F7F"/>
              </a:solidFill>
              <a:cs typeface="Tahoma" charset="0"/>
            </a:endParaRPr>
          </a:p>
          <a:p>
            <a:pPr eaLnBrk="1" fontAlgn="base" hangingPunct="1">
              <a:spcBef>
                <a:spcPct val="0"/>
              </a:spcBef>
              <a:spcAft>
                <a:spcPct val="0"/>
              </a:spcAft>
            </a:pPr>
            <a:r>
              <a:rPr lang="en-US" sz="800" dirty="0">
                <a:solidFill>
                  <a:srgbClr val="7F7F7F"/>
                </a:solidFill>
                <a:cs typeface="Tahoma" charset="0"/>
              </a:rPr>
              <a:t>Please note that the function “Design Check” of Corporate Presenter cannot do a correct check of the blue slides. So please ignore the comments of the service for your blue slides and do not make the adjustments for the blue slides.</a:t>
            </a:r>
          </a:p>
        </p:txBody>
      </p:sp>
    </p:spTree>
    <p:extLst>
      <p:ext uri="{BB962C8B-B14F-4D97-AF65-F5344CB8AC3E}">
        <p14:creationId xmlns:p14="http://schemas.microsoft.com/office/powerpoint/2010/main" val="41562626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Only" preserve="1">
  <p:cSld name="Title Only (blue)">
    <p:spTree>
      <p:nvGrpSpPr>
        <p:cNvPr id="1" name=""/>
        <p:cNvGrpSpPr/>
        <p:nvPr/>
      </p:nvGrpSpPr>
      <p:grpSpPr>
        <a:xfrm>
          <a:off x="0" y="0"/>
          <a:ext cx="0" cy="0"/>
          <a:chOff x="0" y="0"/>
          <a:chExt cx="0" cy="0"/>
        </a:xfrm>
      </p:grpSpPr>
      <p:sp>
        <p:nvSpPr>
          <p:cNvPr id="6" name="Rechteck 5"/>
          <p:cNvSpPr/>
          <p:nvPr userDrawn="1"/>
        </p:nvSpPr>
        <p:spPr>
          <a:xfrm>
            <a:off x="0" y="0"/>
            <a:ext cx="9144000" cy="5145988"/>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2" name="Titel 1"/>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
        <p:nvSpPr>
          <p:cNvPr id="4" name="Fußzeilenplatzhalter 3"/>
          <p:cNvSpPr>
            <a:spLocks noGrp="1"/>
          </p:cNvSpPr>
          <p:nvPr>
            <p:ph type="ftr" sz="quarter" idx="11"/>
          </p:nvPr>
        </p:nvSpPr>
        <p:spPr/>
        <p:txBody>
          <a:bodyPr/>
          <a:lstStyle>
            <a:lvl1pPr>
              <a:defRPr>
                <a:solidFill>
                  <a:schemeClr val="bg1"/>
                </a:solidFill>
              </a:defRPr>
            </a:lvl1pPr>
          </a:lstStyle>
          <a:p>
            <a:endParaRPr lang="de-DE"/>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grpSp>
        <p:nvGrpSpPr>
          <p:cNvPr id="7" name="Gruppieren 6"/>
          <p:cNvGrpSpPr/>
          <p:nvPr userDrawn="1"/>
        </p:nvGrpSpPr>
        <p:grpSpPr>
          <a:xfrm>
            <a:off x="360002" y="4723759"/>
            <a:ext cx="8424000" cy="366466"/>
            <a:chOff x="360001" y="4722299"/>
            <a:chExt cx="8424000" cy="366353"/>
          </a:xfrm>
        </p:grpSpPr>
        <p:sp>
          <p:nvSpPr>
            <p:cNvPr id="8" name="Text Box 10"/>
            <p:cNvSpPr txBox="1">
              <a:spLocks noChangeArrowheads="1"/>
            </p:cNvSpPr>
            <p:nvPr userDrawn="1"/>
          </p:nvSpPr>
          <p:spPr bwMode="black">
            <a:xfrm>
              <a:off x="7607032" y="4893356"/>
              <a:ext cx="900000" cy="10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9" name="Gerade Verbindung 8"/>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15" name="Textfeld 14" descr="NovaPathClassification"/>
          <p:cNvSpPr txBox="1"/>
          <p:nvPr userDrawn="1"/>
        </p:nvSpPr>
        <p:spPr>
          <a:xfrm>
            <a:off x="6269275" y="4889458"/>
            <a:ext cx="1260000" cy="108033"/>
          </a:xfrm>
          <a:prstGeom prst="rect">
            <a:avLst/>
          </a:prstGeom>
        </p:spPr>
        <p:txBody>
          <a:bodyPr vert="horz" lIns="0" tIns="0" rIns="0" bIns="0" rtlCol="0" anchor="ctr"/>
          <a:lstStyle>
            <a:defPPr>
              <a:defRPr lang="de-DE"/>
            </a:defPPr>
            <a:lvl1pPr>
              <a:defRPr sz="600"/>
            </a:lvl1pPr>
          </a:lstStyle>
          <a:p>
            <a:pPr lvl="0"/>
            <a:endParaRPr lang="en-US" noProof="0" dirty="0">
              <a:solidFill>
                <a:schemeClr val="bg1"/>
              </a:solidFill>
            </a:endParaRPr>
          </a:p>
        </p:txBody>
      </p:sp>
      <p:sp>
        <p:nvSpPr>
          <p:cNvPr id="16" name="Textfeld 9">
            <a:extLst>
              <a:ext uri="{FF2B5EF4-FFF2-40B4-BE49-F238E27FC236}">
                <a16:creationId xmlns:a16="http://schemas.microsoft.com/office/drawing/2014/main" id="{13BA4D7C-63EC-4078-A8D5-299118CFC6FA}"/>
              </a:ext>
            </a:extLst>
          </p:cNvPr>
          <p:cNvSpPr txBox="1">
            <a:spLocks noChangeArrowheads="1"/>
          </p:cNvSpPr>
          <p:nvPr userDrawn="1"/>
        </p:nvSpPr>
        <p:spPr bwMode="auto">
          <a:xfrm>
            <a:off x="-2188873" y="1580252"/>
            <a:ext cx="2103150" cy="1586897"/>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Bearbeitungshinweis:</a:t>
            </a:r>
          </a:p>
          <a:p>
            <a:pPr eaLnBrk="1" fontAlgn="base" hangingPunct="1">
              <a:spcBef>
                <a:spcPct val="0"/>
              </a:spcBef>
              <a:spcAft>
                <a:spcPct val="0"/>
              </a:spcAft>
            </a:pPr>
            <a:r>
              <a:rPr lang="de-DE" sz="800" dirty="0">
                <a:solidFill>
                  <a:srgbClr val="7F7F7F"/>
                </a:solidFill>
                <a:cs typeface="Tahoma" charset="0"/>
              </a:rPr>
              <a:t>Wir empfehlen, die blauen Folien nur für Showpräsentationen, Pressekonferenzen etc. zu verwenden.</a:t>
            </a:r>
          </a:p>
          <a:p>
            <a:pPr eaLnBrk="1" fontAlgn="base" hangingPunct="1">
              <a:spcBef>
                <a:spcPct val="0"/>
              </a:spcBef>
              <a:spcAft>
                <a:spcPct val="0"/>
              </a:spcAft>
            </a:pPr>
            <a:endParaRPr lang="de-DE" sz="800" dirty="0">
              <a:solidFill>
                <a:srgbClr val="7F7F7F"/>
              </a:solidFill>
              <a:cs typeface="Tahoma" charset="0"/>
            </a:endParaRPr>
          </a:p>
          <a:p>
            <a:pPr eaLnBrk="1" fontAlgn="base" hangingPunct="1">
              <a:spcBef>
                <a:spcPct val="0"/>
              </a:spcBef>
              <a:spcAft>
                <a:spcPct val="0"/>
              </a:spcAft>
            </a:pPr>
            <a:r>
              <a:rPr lang="de-DE" sz="800" dirty="0">
                <a:solidFill>
                  <a:srgbClr val="7F7F7F"/>
                </a:solidFill>
                <a:cs typeface="Tahoma" charset="0"/>
              </a:rPr>
              <a:t>Bitten beachten Sie, dass die Funktion „Design Check“ vom Corporate </a:t>
            </a:r>
            <a:r>
              <a:rPr lang="de-DE" sz="800" dirty="0" err="1">
                <a:solidFill>
                  <a:srgbClr val="7F7F7F"/>
                </a:solidFill>
                <a:cs typeface="Tahoma" charset="0"/>
              </a:rPr>
              <a:t>Presenter</a:t>
            </a:r>
            <a:r>
              <a:rPr lang="de-DE" sz="800" dirty="0">
                <a:solidFill>
                  <a:srgbClr val="7F7F7F"/>
                </a:solidFill>
                <a:cs typeface="Tahoma" charset="0"/>
              </a:rPr>
              <a:t> die blauen Folien nicht richtig überprüfen kann. Bitte ignorieren Sie daher die Kommentare des Dienstes für Ihre blauen Folien und führen Sie die Anpassungen für die blauen Folien nicht durch.</a:t>
            </a:r>
          </a:p>
        </p:txBody>
      </p:sp>
      <p:sp>
        <p:nvSpPr>
          <p:cNvPr id="17" name="Textfeld 11">
            <a:extLst>
              <a:ext uri="{FF2B5EF4-FFF2-40B4-BE49-F238E27FC236}">
                <a16:creationId xmlns:a16="http://schemas.microsoft.com/office/drawing/2014/main" id="{18D02893-0478-4B8C-9FBB-660E047B86E0}"/>
              </a:ext>
            </a:extLst>
          </p:cNvPr>
          <p:cNvSpPr txBox="1">
            <a:spLocks noChangeArrowheads="1"/>
          </p:cNvSpPr>
          <p:nvPr userDrawn="1"/>
        </p:nvSpPr>
        <p:spPr bwMode="auto">
          <a:xfrm>
            <a:off x="-2188873" y="0"/>
            <a:ext cx="2103150" cy="1471353"/>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Handling </a:t>
            </a:r>
            <a:r>
              <a:rPr lang="de-DE" sz="1000" b="1" dirty="0" err="1">
                <a:solidFill>
                  <a:srgbClr val="7F7F7F"/>
                </a:solidFill>
                <a:cs typeface="Tahoma" charset="0"/>
              </a:rPr>
              <a:t>instructions</a:t>
            </a:r>
            <a:r>
              <a:rPr lang="de-DE" sz="1000" b="1" dirty="0">
                <a:solidFill>
                  <a:srgbClr val="7F7F7F"/>
                </a:solidFill>
                <a:cs typeface="Tahoma" charset="0"/>
              </a:rPr>
              <a:t>:</a:t>
            </a:r>
          </a:p>
          <a:p>
            <a:pPr eaLnBrk="1" fontAlgn="base" hangingPunct="1">
              <a:spcBef>
                <a:spcPct val="0"/>
              </a:spcBef>
              <a:spcAft>
                <a:spcPct val="0"/>
              </a:spcAft>
            </a:pPr>
            <a:r>
              <a:rPr lang="en-US" sz="800" dirty="0">
                <a:solidFill>
                  <a:srgbClr val="7F7F7F"/>
                </a:solidFill>
                <a:cs typeface="Tahoma" charset="0"/>
              </a:rPr>
              <a:t>We recommend to use the blue slides only</a:t>
            </a:r>
            <a:br>
              <a:rPr lang="en-US" sz="800" dirty="0">
                <a:solidFill>
                  <a:srgbClr val="7F7F7F"/>
                </a:solidFill>
                <a:cs typeface="Tahoma" charset="0"/>
              </a:rPr>
            </a:br>
            <a:r>
              <a:rPr lang="en-US" sz="800" dirty="0">
                <a:solidFill>
                  <a:srgbClr val="7F7F7F"/>
                </a:solidFill>
                <a:cs typeface="Tahoma" charset="0"/>
              </a:rPr>
              <a:t>for show presentations, press conferences etc.</a:t>
            </a:r>
          </a:p>
          <a:p>
            <a:pPr eaLnBrk="1" fontAlgn="base" hangingPunct="1">
              <a:spcBef>
                <a:spcPct val="0"/>
              </a:spcBef>
              <a:spcAft>
                <a:spcPct val="0"/>
              </a:spcAft>
            </a:pPr>
            <a:endParaRPr lang="en-US" sz="800" dirty="0">
              <a:solidFill>
                <a:srgbClr val="7F7F7F"/>
              </a:solidFill>
              <a:cs typeface="Tahoma" charset="0"/>
            </a:endParaRPr>
          </a:p>
          <a:p>
            <a:pPr eaLnBrk="1" fontAlgn="base" hangingPunct="1">
              <a:spcBef>
                <a:spcPct val="0"/>
              </a:spcBef>
              <a:spcAft>
                <a:spcPct val="0"/>
              </a:spcAft>
            </a:pPr>
            <a:r>
              <a:rPr lang="en-US" sz="800" dirty="0">
                <a:solidFill>
                  <a:srgbClr val="7F7F7F"/>
                </a:solidFill>
                <a:cs typeface="Tahoma" charset="0"/>
              </a:rPr>
              <a:t>Please note that the function “Design Check” of Corporate Presenter cannot do a correct check of the blue slides. So please ignore the comments of the service for your blue slides and do not make the adjustments for the blue slides.</a:t>
            </a:r>
          </a:p>
        </p:txBody>
      </p:sp>
    </p:spTree>
    <p:extLst>
      <p:ext uri="{BB962C8B-B14F-4D97-AF65-F5344CB8AC3E}">
        <p14:creationId xmlns:p14="http://schemas.microsoft.com/office/powerpoint/2010/main" val="1058361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blue)">
    <p:spTree>
      <p:nvGrpSpPr>
        <p:cNvPr id="1" name=""/>
        <p:cNvGrpSpPr/>
        <p:nvPr/>
      </p:nvGrpSpPr>
      <p:grpSpPr>
        <a:xfrm>
          <a:off x="0" y="0"/>
          <a:ext cx="0" cy="0"/>
          <a:chOff x="0" y="0"/>
          <a:chExt cx="0" cy="0"/>
        </a:xfrm>
      </p:grpSpPr>
      <p:sp>
        <p:nvSpPr>
          <p:cNvPr id="5" name="Rechteck 4"/>
          <p:cNvSpPr/>
          <p:nvPr userDrawn="1"/>
        </p:nvSpPr>
        <p:spPr>
          <a:xfrm>
            <a:off x="0" y="0"/>
            <a:ext cx="9144000" cy="5145988"/>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3" name="Fußzeilenplatzhalter 2"/>
          <p:cNvSpPr>
            <a:spLocks noGrp="1"/>
          </p:cNvSpPr>
          <p:nvPr>
            <p:ph type="ftr" sz="quarter" idx="11"/>
          </p:nvPr>
        </p:nvSpPr>
        <p:spPr/>
        <p:txBody>
          <a:bodyPr/>
          <a:lstStyle>
            <a:lvl1pPr>
              <a:defRPr>
                <a:solidFill>
                  <a:schemeClr val="bg1"/>
                </a:solidFill>
              </a:defRPr>
            </a:lvl1pPr>
          </a:lstStyle>
          <a:p>
            <a:endParaRPr lang="de-DE" dirty="0"/>
          </a:p>
        </p:txBody>
      </p:sp>
      <p:sp>
        <p:nvSpPr>
          <p:cNvPr id="4" name="Foliennummernplatzhalter 3"/>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grpSp>
        <p:nvGrpSpPr>
          <p:cNvPr id="6" name="Gruppieren 5"/>
          <p:cNvGrpSpPr/>
          <p:nvPr userDrawn="1"/>
        </p:nvGrpSpPr>
        <p:grpSpPr>
          <a:xfrm>
            <a:off x="360002" y="4723759"/>
            <a:ext cx="8424000" cy="366466"/>
            <a:chOff x="360001" y="4722299"/>
            <a:chExt cx="8424000" cy="366353"/>
          </a:xfrm>
        </p:grpSpPr>
        <p:sp>
          <p:nvSpPr>
            <p:cNvPr id="7" name="Text Box 10"/>
            <p:cNvSpPr txBox="1">
              <a:spLocks noChangeArrowheads="1"/>
            </p:cNvSpPr>
            <p:nvPr userDrawn="1"/>
          </p:nvSpPr>
          <p:spPr bwMode="black">
            <a:xfrm>
              <a:off x="7607032" y="4893356"/>
              <a:ext cx="900000" cy="10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8" name="Gerade Verbindung 7"/>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14" name="Textfeld 13" descr="NovaPathClassification"/>
          <p:cNvSpPr txBox="1"/>
          <p:nvPr userDrawn="1"/>
        </p:nvSpPr>
        <p:spPr>
          <a:xfrm>
            <a:off x="6269275" y="4889458"/>
            <a:ext cx="1260000" cy="108033"/>
          </a:xfrm>
          <a:prstGeom prst="rect">
            <a:avLst/>
          </a:prstGeom>
        </p:spPr>
        <p:txBody>
          <a:bodyPr vert="horz" lIns="0" tIns="0" rIns="0" bIns="0" rtlCol="0" anchor="ctr"/>
          <a:lstStyle>
            <a:defPPr>
              <a:defRPr lang="de-DE"/>
            </a:defPPr>
            <a:lvl1pPr>
              <a:defRPr sz="600"/>
            </a:lvl1pPr>
          </a:lstStyle>
          <a:p>
            <a:pPr lvl="0"/>
            <a:endParaRPr lang="en-US" noProof="0" dirty="0">
              <a:solidFill>
                <a:schemeClr val="bg1"/>
              </a:solidFill>
            </a:endParaRPr>
          </a:p>
        </p:txBody>
      </p:sp>
      <p:sp>
        <p:nvSpPr>
          <p:cNvPr id="15" name="Textfeld 9">
            <a:extLst>
              <a:ext uri="{FF2B5EF4-FFF2-40B4-BE49-F238E27FC236}">
                <a16:creationId xmlns:a16="http://schemas.microsoft.com/office/drawing/2014/main" id="{D74A175B-9260-488C-8A97-9A02FD3FAADB}"/>
              </a:ext>
            </a:extLst>
          </p:cNvPr>
          <p:cNvSpPr txBox="1">
            <a:spLocks noChangeArrowheads="1"/>
          </p:cNvSpPr>
          <p:nvPr userDrawn="1"/>
        </p:nvSpPr>
        <p:spPr bwMode="auto">
          <a:xfrm>
            <a:off x="-2188873" y="1580252"/>
            <a:ext cx="2103150" cy="1586897"/>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Bearbeitungshinweis:</a:t>
            </a:r>
          </a:p>
          <a:p>
            <a:pPr eaLnBrk="1" fontAlgn="base" hangingPunct="1">
              <a:spcBef>
                <a:spcPct val="0"/>
              </a:spcBef>
              <a:spcAft>
                <a:spcPct val="0"/>
              </a:spcAft>
            </a:pPr>
            <a:r>
              <a:rPr lang="de-DE" sz="800" dirty="0">
                <a:solidFill>
                  <a:srgbClr val="7F7F7F"/>
                </a:solidFill>
                <a:cs typeface="Tahoma" charset="0"/>
              </a:rPr>
              <a:t>Wir empfehlen, die blauen Folien nur für Showpräsentationen, Pressekonferenzen etc. zu verwenden.</a:t>
            </a:r>
          </a:p>
          <a:p>
            <a:pPr eaLnBrk="1" fontAlgn="base" hangingPunct="1">
              <a:spcBef>
                <a:spcPct val="0"/>
              </a:spcBef>
              <a:spcAft>
                <a:spcPct val="0"/>
              </a:spcAft>
            </a:pPr>
            <a:endParaRPr lang="de-DE" sz="800" dirty="0">
              <a:solidFill>
                <a:srgbClr val="7F7F7F"/>
              </a:solidFill>
              <a:cs typeface="Tahoma" charset="0"/>
            </a:endParaRPr>
          </a:p>
          <a:p>
            <a:pPr eaLnBrk="1" fontAlgn="base" hangingPunct="1">
              <a:spcBef>
                <a:spcPct val="0"/>
              </a:spcBef>
              <a:spcAft>
                <a:spcPct val="0"/>
              </a:spcAft>
            </a:pPr>
            <a:r>
              <a:rPr lang="de-DE" sz="800" dirty="0">
                <a:solidFill>
                  <a:srgbClr val="7F7F7F"/>
                </a:solidFill>
                <a:cs typeface="Tahoma" charset="0"/>
              </a:rPr>
              <a:t>Bitten beachten Sie, dass die Funktion „Design Check“ vom Corporate </a:t>
            </a:r>
            <a:r>
              <a:rPr lang="de-DE" sz="800" dirty="0" err="1">
                <a:solidFill>
                  <a:srgbClr val="7F7F7F"/>
                </a:solidFill>
                <a:cs typeface="Tahoma" charset="0"/>
              </a:rPr>
              <a:t>Presenter</a:t>
            </a:r>
            <a:r>
              <a:rPr lang="de-DE" sz="800" dirty="0">
                <a:solidFill>
                  <a:srgbClr val="7F7F7F"/>
                </a:solidFill>
                <a:cs typeface="Tahoma" charset="0"/>
              </a:rPr>
              <a:t> die blauen Folien nicht richtig überprüfen kann. Bitte ignorieren Sie daher die Kommentare des Dienstes für Ihre blauen Folien und führen Sie die Anpassungen für die blauen Folien nicht durch.</a:t>
            </a:r>
          </a:p>
        </p:txBody>
      </p:sp>
      <p:sp>
        <p:nvSpPr>
          <p:cNvPr id="16" name="Textfeld 11">
            <a:extLst>
              <a:ext uri="{FF2B5EF4-FFF2-40B4-BE49-F238E27FC236}">
                <a16:creationId xmlns:a16="http://schemas.microsoft.com/office/drawing/2014/main" id="{59E2E25A-0712-4D82-9701-8BA02CA2F1D1}"/>
              </a:ext>
            </a:extLst>
          </p:cNvPr>
          <p:cNvSpPr txBox="1">
            <a:spLocks noChangeArrowheads="1"/>
          </p:cNvSpPr>
          <p:nvPr userDrawn="1"/>
        </p:nvSpPr>
        <p:spPr bwMode="auto">
          <a:xfrm>
            <a:off x="-2188873" y="0"/>
            <a:ext cx="2103150" cy="1471353"/>
          </a:xfrm>
          <a:prstGeom prst="rect">
            <a:avLst/>
          </a:prstGeom>
          <a:noFill/>
          <a:ln>
            <a:solidFill>
              <a:srgbClr val="BFBFBF"/>
            </a:solidFill>
          </a:ln>
        </p:spPr>
        <p:txBody>
          <a:bodyPr wrap="square" lIns="35996" tIns="35996" rIns="35996" bIns="35996">
            <a:no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fontAlgn="base" hangingPunct="1">
              <a:spcBef>
                <a:spcPct val="0"/>
              </a:spcBef>
              <a:spcAft>
                <a:spcPct val="0"/>
              </a:spcAft>
            </a:pPr>
            <a:r>
              <a:rPr lang="de-DE" sz="1000" b="1" dirty="0">
                <a:solidFill>
                  <a:srgbClr val="7F7F7F"/>
                </a:solidFill>
                <a:cs typeface="Tahoma" charset="0"/>
              </a:rPr>
              <a:t>Handling </a:t>
            </a:r>
            <a:r>
              <a:rPr lang="de-DE" sz="1000" b="1" dirty="0" err="1">
                <a:solidFill>
                  <a:srgbClr val="7F7F7F"/>
                </a:solidFill>
                <a:cs typeface="Tahoma" charset="0"/>
              </a:rPr>
              <a:t>instructions</a:t>
            </a:r>
            <a:r>
              <a:rPr lang="de-DE" sz="1000" b="1" dirty="0">
                <a:solidFill>
                  <a:srgbClr val="7F7F7F"/>
                </a:solidFill>
                <a:cs typeface="Tahoma" charset="0"/>
              </a:rPr>
              <a:t>:</a:t>
            </a:r>
          </a:p>
          <a:p>
            <a:pPr eaLnBrk="1" fontAlgn="base" hangingPunct="1">
              <a:spcBef>
                <a:spcPct val="0"/>
              </a:spcBef>
              <a:spcAft>
                <a:spcPct val="0"/>
              </a:spcAft>
            </a:pPr>
            <a:r>
              <a:rPr lang="en-US" sz="800" dirty="0">
                <a:solidFill>
                  <a:srgbClr val="7F7F7F"/>
                </a:solidFill>
                <a:cs typeface="Tahoma" charset="0"/>
              </a:rPr>
              <a:t>We recommend to use the blue slides only</a:t>
            </a:r>
            <a:br>
              <a:rPr lang="en-US" sz="800" dirty="0">
                <a:solidFill>
                  <a:srgbClr val="7F7F7F"/>
                </a:solidFill>
                <a:cs typeface="Tahoma" charset="0"/>
              </a:rPr>
            </a:br>
            <a:r>
              <a:rPr lang="en-US" sz="800" dirty="0">
                <a:solidFill>
                  <a:srgbClr val="7F7F7F"/>
                </a:solidFill>
                <a:cs typeface="Tahoma" charset="0"/>
              </a:rPr>
              <a:t>for show presentations, press conferences etc.</a:t>
            </a:r>
          </a:p>
          <a:p>
            <a:pPr eaLnBrk="1" fontAlgn="base" hangingPunct="1">
              <a:spcBef>
                <a:spcPct val="0"/>
              </a:spcBef>
              <a:spcAft>
                <a:spcPct val="0"/>
              </a:spcAft>
            </a:pPr>
            <a:endParaRPr lang="en-US" sz="800" dirty="0">
              <a:solidFill>
                <a:srgbClr val="7F7F7F"/>
              </a:solidFill>
              <a:cs typeface="Tahoma" charset="0"/>
            </a:endParaRPr>
          </a:p>
          <a:p>
            <a:pPr eaLnBrk="1" fontAlgn="base" hangingPunct="1">
              <a:spcBef>
                <a:spcPct val="0"/>
              </a:spcBef>
              <a:spcAft>
                <a:spcPct val="0"/>
              </a:spcAft>
            </a:pPr>
            <a:r>
              <a:rPr lang="en-US" sz="800" dirty="0">
                <a:solidFill>
                  <a:srgbClr val="7F7F7F"/>
                </a:solidFill>
                <a:cs typeface="Tahoma" charset="0"/>
              </a:rPr>
              <a:t>Please note that the function “Design Check” of Corporate Presenter cannot do a correct check of the blue slides. So please ignore the comments of the service for your blue slides and do not make the adjustments for the blue slides.</a:t>
            </a:r>
          </a:p>
        </p:txBody>
      </p:sp>
    </p:spTree>
    <p:extLst>
      <p:ext uri="{BB962C8B-B14F-4D97-AF65-F5344CB8AC3E}">
        <p14:creationId xmlns:p14="http://schemas.microsoft.com/office/powerpoint/2010/main" val="1411299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60363" y="144001"/>
            <a:ext cx="8424001" cy="594000"/>
          </a:xfrm>
          <a:prstGeom prst="rect">
            <a:avLst/>
          </a:prstGeom>
        </p:spPr>
        <p:txBody>
          <a:bodyPr vert="horz" lIns="0" tIns="0" rIns="0" bIns="0" rtlCol="0" anchor="t" anchorCtr="0">
            <a:noAutofit/>
          </a:bodyPr>
          <a:lstStyle/>
          <a:p>
            <a:r>
              <a:rPr lang="de-DE" dirty="0"/>
              <a:t>Titelmasterformat durch Klicken bearbeiten</a:t>
            </a:r>
          </a:p>
        </p:txBody>
      </p:sp>
      <p:sp>
        <p:nvSpPr>
          <p:cNvPr id="3" name="Textplatzhalter 2"/>
          <p:cNvSpPr>
            <a:spLocks noGrp="1"/>
          </p:cNvSpPr>
          <p:nvPr>
            <p:ph type="body" idx="1"/>
          </p:nvPr>
        </p:nvSpPr>
        <p:spPr>
          <a:xfrm>
            <a:off x="360002" y="864268"/>
            <a:ext cx="8424000" cy="3781167"/>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p:txBody>
      </p:sp>
      <p:sp>
        <p:nvSpPr>
          <p:cNvPr id="5" name="Fußzeilenplatzhalter 4"/>
          <p:cNvSpPr>
            <a:spLocks noGrp="1"/>
          </p:cNvSpPr>
          <p:nvPr>
            <p:ph type="ftr" sz="quarter" idx="3"/>
          </p:nvPr>
        </p:nvSpPr>
        <p:spPr>
          <a:xfrm>
            <a:off x="929391" y="4892163"/>
            <a:ext cx="5220000" cy="108033"/>
          </a:xfrm>
          <a:prstGeom prst="rect">
            <a:avLst/>
          </a:prstGeom>
        </p:spPr>
        <p:txBody>
          <a:bodyPr vert="horz" lIns="0" tIns="0" rIns="0" bIns="0" rtlCol="0" anchor="ctr"/>
          <a:lstStyle>
            <a:lvl1pPr algn="l">
              <a:defRPr sz="600">
                <a:solidFill>
                  <a:schemeClr val="tx1"/>
                </a:solidFill>
              </a:defRPr>
            </a:lvl1pPr>
          </a:lstStyle>
          <a:p>
            <a:endParaRPr lang="de-DE" dirty="0"/>
          </a:p>
        </p:txBody>
      </p:sp>
      <p:sp>
        <p:nvSpPr>
          <p:cNvPr id="6" name="Foliennummernplatzhalter 5"/>
          <p:cNvSpPr>
            <a:spLocks noGrp="1"/>
          </p:cNvSpPr>
          <p:nvPr>
            <p:ph type="sldNum" sz="quarter" idx="4"/>
          </p:nvPr>
        </p:nvSpPr>
        <p:spPr>
          <a:xfrm>
            <a:off x="8604001" y="4892163"/>
            <a:ext cx="180000" cy="108033"/>
          </a:xfrm>
          <a:prstGeom prst="rect">
            <a:avLst/>
          </a:prstGeom>
        </p:spPr>
        <p:txBody>
          <a:bodyPr vert="horz" lIns="0" tIns="0" rIns="0" bIns="0" rtlCol="0" anchor="ctr"/>
          <a:lstStyle>
            <a:lvl1pPr algn="r">
              <a:defRPr sz="600" b="1">
                <a:solidFill>
                  <a:schemeClr val="accent4"/>
                </a:solidFill>
              </a:defRPr>
            </a:lvl1pPr>
          </a:lstStyle>
          <a:p>
            <a:fld id="{AE839375-43AA-4A5D-B991-4343C4570BCB}" type="slidenum">
              <a:rPr lang="de-DE" smtClean="0"/>
              <a:pPr/>
              <a:t>‹#›</a:t>
            </a:fld>
            <a:endParaRPr lang="de-DE" dirty="0"/>
          </a:p>
        </p:txBody>
      </p:sp>
      <p:sp>
        <p:nvSpPr>
          <p:cNvPr id="7" name="Text Box 10"/>
          <p:cNvSpPr txBox="1">
            <a:spLocks noChangeArrowheads="1"/>
          </p:cNvSpPr>
          <p:nvPr userDrawn="1"/>
        </p:nvSpPr>
        <p:spPr bwMode="black">
          <a:xfrm>
            <a:off x="7607032" y="4894867"/>
            <a:ext cx="900000" cy="102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000000"/>
                </a:solidFill>
              </a:rPr>
              <a:t>© ZF Friedrichshafen AG</a:t>
            </a:r>
          </a:p>
        </p:txBody>
      </p:sp>
      <p:cxnSp>
        <p:nvCxnSpPr>
          <p:cNvPr id="8" name="Gerade Verbindung 7"/>
          <p:cNvCxnSpPr/>
          <p:nvPr userDrawn="1"/>
        </p:nvCxnSpPr>
        <p:spPr>
          <a:xfrm>
            <a:off x="360002" y="4723758"/>
            <a:ext cx="8424000" cy="53"/>
          </a:xfrm>
          <a:prstGeom prst="line">
            <a:avLst/>
          </a:prstGeom>
          <a:ln w="19050" cap="rnd">
            <a:solidFill>
              <a:schemeClr val="accent4"/>
            </a:solidFill>
            <a:prstDash val="sysDot"/>
            <a:round/>
          </a:ln>
        </p:spPr>
        <p:style>
          <a:lnRef idx="1">
            <a:schemeClr val="accent1"/>
          </a:lnRef>
          <a:fillRef idx="0">
            <a:schemeClr val="accent1"/>
          </a:fillRef>
          <a:effectRef idx="0">
            <a:schemeClr val="accent1"/>
          </a:effectRef>
          <a:fontRef idx="minor">
            <a:schemeClr val="tx1"/>
          </a:fontRef>
        </p:style>
      </p:cxnSp>
      <p:sp>
        <p:nvSpPr>
          <p:cNvPr id="10" name="Textfeld 9" descr="NovaPathClassification"/>
          <p:cNvSpPr txBox="1"/>
          <p:nvPr userDrawn="1"/>
        </p:nvSpPr>
        <p:spPr>
          <a:xfrm>
            <a:off x="6269275" y="4889458"/>
            <a:ext cx="1260000" cy="108033"/>
          </a:xfrm>
          <a:prstGeom prst="rect">
            <a:avLst/>
          </a:prstGeom>
        </p:spPr>
        <p:txBody>
          <a:bodyPr vert="horz" lIns="0" tIns="0" rIns="0" bIns="0" rtlCol="0" anchor="ctr"/>
          <a:lstStyle>
            <a:defPPr>
              <a:defRPr lang="de-DE"/>
            </a:defPPr>
            <a:lvl1pPr>
              <a:defRPr sz="600"/>
            </a:lvl1pPr>
          </a:lstStyle>
          <a:p>
            <a:pPr lvl="0"/>
            <a:r>
              <a:rPr lang="en-US" noProof="0"/>
              <a:t>Internal</a:t>
            </a:r>
            <a:endParaRPr lang="en-US" noProof="0" dirty="0"/>
          </a:p>
        </p:txBody>
      </p:sp>
      <p:pic>
        <p:nvPicPr>
          <p:cNvPr id="11" name="Grafik 10">
            <a:extLst>
              <a:ext uri="{FF2B5EF4-FFF2-40B4-BE49-F238E27FC236}">
                <a16:creationId xmlns:a16="http://schemas.microsoft.com/office/drawing/2014/main" id="{CC0EC9A7-0F78-4BCD-A456-48B3D296E354}"/>
              </a:ext>
            </a:extLst>
          </p:cNvPr>
          <p:cNvPicPr>
            <a:picLocks noChangeAspect="1"/>
          </p:cNvPicPr>
          <p:nvPr userDrawn="1"/>
        </p:nvPicPr>
        <p:blipFill>
          <a:blip r:embed="rId19" cstate="hqprint">
            <a:extLst>
              <a:ext uri="{28A0092B-C50C-407E-A947-70E740481C1C}">
                <a14:useLocalDpi xmlns:a14="http://schemas.microsoft.com/office/drawing/2010/main"/>
              </a:ext>
            </a:extLst>
          </a:blip>
          <a:stretch>
            <a:fillRect/>
          </a:stretch>
        </p:blipFill>
        <p:spPr>
          <a:xfrm>
            <a:off x="360001" y="4802134"/>
            <a:ext cx="288000" cy="288000"/>
          </a:xfrm>
          <a:prstGeom prst="rect">
            <a:avLst/>
          </a:prstGeom>
        </p:spPr>
      </p:pic>
      <p:sp>
        <p:nvSpPr>
          <p:cNvPr id="4" name="MSIPCMContentMarking" descr="{&quot;HashCode&quot;:415069746,&quot;Placement&quot;:&quot;Header&quot;,&quot;Top&quot;:0.0,&quot;Left&quot;:0.0,&quot;SlideWidth&quot;:720,&quot;SlideHeight&quot;:405}">
            <a:extLst>
              <a:ext uri="{FF2B5EF4-FFF2-40B4-BE49-F238E27FC236}">
                <a16:creationId xmlns:a16="http://schemas.microsoft.com/office/drawing/2014/main" id="{932B03AE-83CD-4210-AF48-340E6EB744C0}"/>
              </a:ext>
            </a:extLst>
          </p:cNvPr>
          <p:cNvSpPr txBox="1"/>
          <p:nvPr userDrawn="1"/>
        </p:nvSpPr>
        <p:spPr>
          <a:xfrm>
            <a:off x="0" y="0"/>
            <a:ext cx="678298" cy="262344"/>
          </a:xfrm>
          <a:prstGeom prst="rect">
            <a:avLst/>
          </a:prstGeom>
          <a:noFill/>
        </p:spPr>
        <p:txBody>
          <a:bodyPr vert="horz" wrap="square" lIns="0" tIns="0" rIns="0" bIns="0" rtlCol="0" anchor="ctr" anchorCtr="1">
            <a:spAutoFit/>
          </a:bodyPr>
          <a:lstStyle/>
          <a:p>
            <a:pPr marL="0" marR="0" indent="0" algn="l" defTabSz="914400" eaLnBrk="1" fontAlgn="base" latinLnBrk="0" hangingPunct="1">
              <a:lnSpc>
                <a:spcPct val="100000"/>
              </a:lnSpc>
              <a:spcBef>
                <a:spcPts val="0"/>
              </a:spcBef>
              <a:spcAft>
                <a:spcPct val="0"/>
              </a:spcAft>
              <a:buClrTx/>
              <a:buSzTx/>
              <a:buFontTx/>
              <a:buNone/>
              <a:tabLst/>
            </a:pPr>
            <a:r>
              <a:rPr kumimoji="0" lang="en-IN" sz="1000" b="0" i="0" u="none" strike="noStrike" kern="0" cap="none" spc="0" normalizeH="0" baseline="0" noProof="0">
                <a:ln>
                  <a:noFill/>
                </a:ln>
                <a:solidFill>
                  <a:srgbClr val="000000"/>
                </a:solidFill>
                <a:effectLst/>
                <a:uLnTx/>
                <a:uFillTx/>
                <a:latin typeface="Calibri" panose="020F0502020204030204" pitchFamily="34" charset="0"/>
              </a:rPr>
              <a:t>Internal</a:t>
            </a:r>
            <a:endParaRPr kumimoji="0" lang="en-IN" sz="1000" b="0" i="0" u="none" strike="noStrike" kern="0" cap="none" spc="0" normalizeH="0" baseline="0" noProof="0" dirty="0">
              <a:ln>
                <a:noFill/>
              </a:ln>
              <a:solidFill>
                <a:srgbClr val="000000"/>
              </a:solidFill>
              <a:effectLst/>
              <a:uLnTx/>
              <a:uFillTx/>
              <a:latin typeface="Calibri" panose="020F0502020204030204" pitchFamily="34" charset="0"/>
            </a:endParaRPr>
          </a:p>
        </p:txBody>
      </p:sp>
    </p:spTree>
    <p:extLst>
      <p:ext uri="{BB962C8B-B14F-4D97-AF65-F5344CB8AC3E}">
        <p14:creationId xmlns:p14="http://schemas.microsoft.com/office/powerpoint/2010/main" val="3346026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87" r:id="rId3"/>
    <p:sldLayoutId id="2147483677" r:id="rId4"/>
    <p:sldLayoutId id="2147483678" r:id="rId5"/>
    <p:sldLayoutId id="2147483679" r:id="rId6"/>
    <p:sldLayoutId id="2147483680" r:id="rId7"/>
    <p:sldLayoutId id="2147483681" r:id="rId8"/>
    <p:sldLayoutId id="2147483682" r:id="rId9"/>
    <p:sldLayoutId id="2147483683" r:id="rId10"/>
    <p:sldLayoutId id="2147483654" r:id="rId11"/>
    <p:sldLayoutId id="2147483655" r:id="rId12"/>
    <p:sldLayoutId id="2147483684" r:id="rId13"/>
    <p:sldLayoutId id="2147483685" r:id="rId14"/>
    <p:sldLayoutId id="2147483688" r:id="rId15"/>
    <p:sldLayoutId id="2147483689" r:id="rId16"/>
    <p:sldLayoutId id="2147483690" r:id="rId17"/>
  </p:sldLayoutIdLst>
  <p:hf hdr="0" dt="0"/>
  <p:txStyles>
    <p:titleStyle>
      <a:lvl1pPr algn="l" defTabSz="914400" rtl="0" eaLnBrk="1" latinLnBrk="0" hangingPunct="1">
        <a:spcBef>
          <a:spcPct val="0"/>
        </a:spcBef>
        <a:buNone/>
        <a:defRPr sz="2000" b="1" kern="1200">
          <a:solidFill>
            <a:schemeClr val="accent4"/>
          </a:solidFill>
          <a:latin typeface="+mj-lt"/>
          <a:ea typeface="+mj-ea"/>
          <a:cs typeface="+mj-cs"/>
        </a:defRPr>
      </a:lvl1pPr>
    </p:titleStyle>
    <p:body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box"/>
          <p:cNvSpPr>
            <a:spLocks noGrp="1"/>
          </p:cNvSpPr>
          <p:nvPr>
            <p:ph type="ctrTitle"/>
          </p:nvPr>
        </p:nvSpPr>
        <p:spPr/>
        <p:txBody>
          <a:bodyPr/>
          <a:lstStyle/>
          <a:p>
            <a:r>
              <a:rPr lang="de-DE" dirty="0" err="1"/>
              <a:t>vHSM</a:t>
            </a:r>
            <a:r>
              <a:rPr lang="de-DE" dirty="0"/>
              <a:t> </a:t>
            </a:r>
            <a:r>
              <a:rPr lang="de-DE" dirty="0" err="1"/>
              <a:t>Configuration</a:t>
            </a:r>
            <a:r>
              <a:rPr lang="de-DE" dirty="0"/>
              <a:t> and Setting</a:t>
            </a:r>
            <a:br>
              <a:rPr lang="de-DE" dirty="0"/>
            </a:br>
            <a:r>
              <a:rPr lang="de-DE" sz="2000" dirty="0"/>
              <a:t>TC36X</a:t>
            </a:r>
            <a:endParaRPr lang="de-DE" dirty="0"/>
          </a:p>
        </p:txBody>
      </p:sp>
      <p:sp>
        <p:nvSpPr>
          <p:cNvPr id="5" name="Untertitel 4"/>
          <p:cNvSpPr>
            <a:spLocks noGrp="1"/>
          </p:cNvSpPr>
          <p:nvPr>
            <p:ph type="subTitle" idx="1"/>
          </p:nvPr>
        </p:nvSpPr>
        <p:spPr/>
        <p:txBody>
          <a:bodyPr/>
          <a:lstStyle/>
          <a:p>
            <a:endParaRPr lang="de-DE"/>
          </a:p>
        </p:txBody>
      </p:sp>
      <p:sp>
        <p:nvSpPr>
          <p:cNvPr id="6" name="Fußzeilenplatzhalter 5"/>
          <p:cNvSpPr>
            <a:spLocks noGrp="1"/>
          </p:cNvSpPr>
          <p:nvPr>
            <p:ph type="ftr" sz="quarter" idx="11"/>
          </p:nvPr>
        </p:nvSpPr>
        <p:spPr/>
        <p:txBody>
          <a:bodyPr/>
          <a:lstStyle/>
          <a:p>
            <a:r>
              <a:rPr lang="de-DE" dirty="0"/>
              <a:t>By Nirdosh Singh</a:t>
            </a:r>
          </a:p>
        </p:txBody>
      </p:sp>
    </p:spTree>
    <p:extLst>
      <p:ext uri="{BB962C8B-B14F-4D97-AF65-F5344CB8AC3E}">
        <p14:creationId xmlns:p14="http://schemas.microsoft.com/office/powerpoint/2010/main" val="1156813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478F36-07B9-493F-812D-03DC839778B9}"/>
              </a:ext>
            </a:extLst>
          </p:cNvPr>
          <p:cNvSpPr>
            <a:spLocks noGrp="1"/>
          </p:cNvSpPr>
          <p:nvPr>
            <p:ph type="ftr" sz="quarter" idx="10"/>
          </p:nvPr>
        </p:nvSpPr>
        <p:spPr/>
        <p:txBody>
          <a:bodyPr/>
          <a:lstStyle/>
          <a:p>
            <a:endParaRPr lang="de-DE" dirty="0"/>
          </a:p>
        </p:txBody>
      </p:sp>
      <p:sp>
        <p:nvSpPr>
          <p:cNvPr id="5" name="Slide Number Placeholder 4">
            <a:extLst>
              <a:ext uri="{FF2B5EF4-FFF2-40B4-BE49-F238E27FC236}">
                <a16:creationId xmlns:a16="http://schemas.microsoft.com/office/drawing/2014/main" id="{225A8680-D76A-4574-AA9E-3F2FD9078C76}"/>
              </a:ext>
            </a:extLst>
          </p:cNvPr>
          <p:cNvSpPr>
            <a:spLocks noGrp="1"/>
          </p:cNvSpPr>
          <p:nvPr>
            <p:ph type="sldNum" sz="quarter" idx="11"/>
          </p:nvPr>
        </p:nvSpPr>
        <p:spPr/>
        <p:txBody>
          <a:bodyPr/>
          <a:lstStyle/>
          <a:p>
            <a:fld id="{AE839375-43AA-4A5D-B991-4343C4570BCB}" type="slidenum">
              <a:rPr lang="de-DE" smtClean="0"/>
              <a:t>2</a:t>
            </a:fld>
            <a:endParaRPr lang="de-DE"/>
          </a:p>
        </p:txBody>
      </p:sp>
      <p:sp>
        <p:nvSpPr>
          <p:cNvPr id="8" name="Text Placeholder 7">
            <a:extLst>
              <a:ext uri="{FF2B5EF4-FFF2-40B4-BE49-F238E27FC236}">
                <a16:creationId xmlns:a16="http://schemas.microsoft.com/office/drawing/2014/main" id="{0B8DA892-5ED6-48E9-BC9C-D07B74506381}"/>
              </a:ext>
            </a:extLst>
          </p:cNvPr>
          <p:cNvSpPr>
            <a:spLocks noGrp="1"/>
          </p:cNvSpPr>
          <p:nvPr>
            <p:ph type="body" sz="quarter" idx="12"/>
          </p:nvPr>
        </p:nvSpPr>
        <p:spPr/>
        <p:txBody>
          <a:bodyPr/>
          <a:lstStyle/>
          <a:p>
            <a:r>
              <a:rPr lang="en-US" sz="3200" dirty="0"/>
              <a:t>Agenda</a:t>
            </a:r>
            <a:endParaRPr lang="en-IN" sz="3200" dirty="0"/>
          </a:p>
        </p:txBody>
      </p:sp>
      <p:sp>
        <p:nvSpPr>
          <p:cNvPr id="9" name="Text Placeholder 8">
            <a:extLst>
              <a:ext uri="{FF2B5EF4-FFF2-40B4-BE49-F238E27FC236}">
                <a16:creationId xmlns:a16="http://schemas.microsoft.com/office/drawing/2014/main" id="{AF2BDAFA-2E09-4CC1-9F7F-6F045C3D0C90}"/>
              </a:ext>
            </a:extLst>
          </p:cNvPr>
          <p:cNvSpPr>
            <a:spLocks noGrp="1"/>
          </p:cNvSpPr>
          <p:nvPr>
            <p:ph type="body" sz="quarter" idx="13"/>
          </p:nvPr>
        </p:nvSpPr>
        <p:spPr>
          <a:xfrm>
            <a:off x="311172" y="921242"/>
            <a:ext cx="8424000" cy="3111111"/>
          </a:xfrm>
        </p:spPr>
        <p:txBody>
          <a:bodyPr/>
          <a:lstStyle/>
          <a:p>
            <a:pPr marL="342900" indent="-342900">
              <a:buFont typeface="+mj-lt"/>
              <a:buAutoNum type="arabicPeriod"/>
            </a:pPr>
            <a:r>
              <a:rPr lang="en-US" sz="1600" dirty="0">
                <a:solidFill>
                  <a:srgbClr val="FFFFFF"/>
                </a:solidFill>
              </a:rPr>
              <a:t>Overview</a:t>
            </a:r>
          </a:p>
          <a:p>
            <a:pPr marL="342900" indent="-342900">
              <a:buFont typeface="+mj-lt"/>
              <a:buAutoNum type="arabicPeriod"/>
            </a:pPr>
            <a:r>
              <a:rPr lang="en-US" sz="1600" dirty="0">
                <a:solidFill>
                  <a:srgbClr val="FFFFFF"/>
                </a:solidFill>
              </a:rPr>
              <a:t>Data and Service Flow  of Crypto Jobs</a:t>
            </a:r>
          </a:p>
          <a:p>
            <a:pPr marL="342900" indent="-342900">
              <a:buFont typeface="+mj-lt"/>
              <a:buAutoNum type="arabicPeriod"/>
            </a:pPr>
            <a:r>
              <a:rPr lang="en-US" sz="1600" dirty="0">
                <a:solidFill>
                  <a:srgbClr val="FFFFFF"/>
                </a:solidFill>
              </a:rPr>
              <a:t>Inter-Processor Communication (IPC)</a:t>
            </a:r>
          </a:p>
          <a:p>
            <a:pPr marL="342900" indent="-342900">
              <a:buFont typeface="+mj-lt"/>
              <a:buAutoNum type="arabicPeriod"/>
            </a:pPr>
            <a:r>
              <a:rPr lang="en-US" sz="1600" dirty="0">
                <a:solidFill>
                  <a:srgbClr val="FFFFFF"/>
                </a:solidFill>
              </a:rPr>
              <a:t>Integration</a:t>
            </a:r>
          </a:p>
          <a:p>
            <a:pPr marL="342900" indent="-342900">
              <a:buFont typeface="+mj-lt"/>
              <a:buAutoNum type="arabicPeriod"/>
            </a:pPr>
            <a:r>
              <a:rPr lang="en-US" sz="1600" dirty="0">
                <a:solidFill>
                  <a:srgbClr val="FFFFFF"/>
                </a:solidFill>
              </a:rPr>
              <a:t>HSM Memory Regions</a:t>
            </a:r>
          </a:p>
          <a:p>
            <a:pPr marL="342900" indent="-342900">
              <a:buFont typeface="+mj-lt"/>
              <a:buAutoNum type="arabicPeriod"/>
            </a:pPr>
            <a:r>
              <a:rPr lang="en-US" sz="1600" dirty="0">
                <a:solidFill>
                  <a:srgbClr val="FFFFFF"/>
                </a:solidFill>
              </a:rPr>
              <a:t>HSM UCB Settings</a:t>
            </a:r>
          </a:p>
          <a:p>
            <a:pPr marL="342900" indent="-342900">
              <a:buFont typeface="+mj-lt"/>
              <a:buAutoNum type="arabicPeriod"/>
            </a:pPr>
            <a:r>
              <a:rPr lang="en-US" sz="1600" dirty="0">
                <a:solidFill>
                  <a:srgbClr val="FFFFFF"/>
                </a:solidFill>
              </a:rPr>
              <a:t>Synchronizing HSM and Application Cores</a:t>
            </a:r>
          </a:p>
          <a:p>
            <a:endParaRPr lang="en-IN" sz="1600" dirty="0"/>
          </a:p>
        </p:txBody>
      </p:sp>
    </p:spTree>
    <p:extLst>
      <p:ext uri="{BB962C8B-B14F-4D97-AF65-F5344CB8AC3E}">
        <p14:creationId xmlns:p14="http://schemas.microsoft.com/office/powerpoint/2010/main" val="805032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478F36-07B9-493F-812D-03DC839778B9}"/>
              </a:ext>
            </a:extLst>
          </p:cNvPr>
          <p:cNvSpPr>
            <a:spLocks noGrp="1"/>
          </p:cNvSpPr>
          <p:nvPr>
            <p:ph type="ftr" sz="quarter" idx="10"/>
          </p:nvPr>
        </p:nvSpPr>
        <p:spPr/>
        <p:txBody>
          <a:bodyPr/>
          <a:lstStyle/>
          <a:p>
            <a:endParaRPr lang="de-DE" dirty="0"/>
          </a:p>
        </p:txBody>
      </p:sp>
      <p:sp>
        <p:nvSpPr>
          <p:cNvPr id="5" name="Slide Number Placeholder 4">
            <a:extLst>
              <a:ext uri="{FF2B5EF4-FFF2-40B4-BE49-F238E27FC236}">
                <a16:creationId xmlns:a16="http://schemas.microsoft.com/office/drawing/2014/main" id="{225A8680-D76A-4574-AA9E-3F2FD9078C76}"/>
              </a:ext>
            </a:extLst>
          </p:cNvPr>
          <p:cNvSpPr>
            <a:spLocks noGrp="1"/>
          </p:cNvSpPr>
          <p:nvPr>
            <p:ph type="sldNum" sz="quarter" idx="11"/>
          </p:nvPr>
        </p:nvSpPr>
        <p:spPr/>
        <p:txBody>
          <a:bodyPr/>
          <a:lstStyle/>
          <a:p>
            <a:fld id="{AE839375-43AA-4A5D-B991-4343C4570BCB}" type="slidenum">
              <a:rPr lang="de-DE" smtClean="0"/>
              <a:t>3</a:t>
            </a:fld>
            <a:endParaRPr lang="de-DE"/>
          </a:p>
        </p:txBody>
      </p:sp>
      <p:sp>
        <p:nvSpPr>
          <p:cNvPr id="8" name="Text Placeholder 7">
            <a:extLst>
              <a:ext uri="{FF2B5EF4-FFF2-40B4-BE49-F238E27FC236}">
                <a16:creationId xmlns:a16="http://schemas.microsoft.com/office/drawing/2014/main" id="{0B8DA892-5ED6-48E9-BC9C-D07B74506381}"/>
              </a:ext>
            </a:extLst>
          </p:cNvPr>
          <p:cNvSpPr>
            <a:spLocks noGrp="1"/>
          </p:cNvSpPr>
          <p:nvPr>
            <p:ph type="body" sz="quarter" idx="12"/>
          </p:nvPr>
        </p:nvSpPr>
        <p:spPr/>
        <p:txBody>
          <a:bodyPr/>
          <a:lstStyle/>
          <a:p>
            <a:r>
              <a:rPr lang="en-US" sz="3200" dirty="0"/>
              <a:t>Agenda</a:t>
            </a:r>
            <a:endParaRPr lang="en-IN" sz="3200" dirty="0"/>
          </a:p>
        </p:txBody>
      </p:sp>
      <p:sp>
        <p:nvSpPr>
          <p:cNvPr id="9" name="Text Placeholder 8">
            <a:extLst>
              <a:ext uri="{FF2B5EF4-FFF2-40B4-BE49-F238E27FC236}">
                <a16:creationId xmlns:a16="http://schemas.microsoft.com/office/drawing/2014/main" id="{AF2BDAFA-2E09-4CC1-9F7F-6F045C3D0C90}"/>
              </a:ext>
            </a:extLst>
          </p:cNvPr>
          <p:cNvSpPr>
            <a:spLocks noGrp="1"/>
          </p:cNvSpPr>
          <p:nvPr>
            <p:ph type="body" sz="quarter" idx="13"/>
          </p:nvPr>
        </p:nvSpPr>
        <p:spPr>
          <a:xfrm>
            <a:off x="311172" y="921242"/>
            <a:ext cx="8424000" cy="3111111"/>
          </a:xfrm>
        </p:spPr>
        <p:txBody>
          <a:bodyPr/>
          <a:lstStyle/>
          <a:p>
            <a:pPr marL="342900" indent="-342900">
              <a:buFont typeface="+mj-lt"/>
              <a:buAutoNum type="arabicPeriod"/>
            </a:pPr>
            <a:r>
              <a:rPr lang="en-US" sz="1600" dirty="0">
                <a:solidFill>
                  <a:srgbClr val="FFFFFF"/>
                </a:solidFill>
              </a:rPr>
              <a:t>Overview</a:t>
            </a:r>
          </a:p>
          <a:p>
            <a:pPr marL="342900" indent="-342900">
              <a:buFont typeface="+mj-lt"/>
              <a:buAutoNum type="arabicPeriod"/>
            </a:pPr>
            <a:r>
              <a:rPr lang="en-US" sz="1600" dirty="0">
                <a:solidFill>
                  <a:srgbClr val="1179BF"/>
                </a:solidFill>
              </a:rPr>
              <a:t>Data and Service Flow  of Crypto Jobs</a:t>
            </a:r>
          </a:p>
          <a:p>
            <a:pPr marL="342900" indent="-342900">
              <a:buFont typeface="+mj-lt"/>
              <a:buAutoNum type="arabicPeriod"/>
            </a:pPr>
            <a:r>
              <a:rPr lang="en-US" sz="1600" dirty="0">
                <a:solidFill>
                  <a:srgbClr val="1179BF"/>
                </a:solidFill>
              </a:rPr>
              <a:t>Inter-Processor Communication (IPC)</a:t>
            </a:r>
          </a:p>
          <a:p>
            <a:pPr marL="342900" indent="-342900">
              <a:buFont typeface="+mj-lt"/>
              <a:buAutoNum type="arabicPeriod"/>
            </a:pPr>
            <a:r>
              <a:rPr lang="en-US" sz="1600" dirty="0">
                <a:solidFill>
                  <a:srgbClr val="1179BF"/>
                </a:solidFill>
              </a:rPr>
              <a:t>Integration</a:t>
            </a:r>
          </a:p>
          <a:p>
            <a:pPr marL="342900" indent="-342900">
              <a:buFont typeface="+mj-lt"/>
              <a:buAutoNum type="arabicPeriod"/>
            </a:pPr>
            <a:r>
              <a:rPr lang="en-US" sz="1600" dirty="0">
                <a:solidFill>
                  <a:srgbClr val="1179BF"/>
                </a:solidFill>
              </a:rPr>
              <a:t>HSM Memory Regions</a:t>
            </a:r>
          </a:p>
          <a:p>
            <a:pPr marL="342900" indent="-342900">
              <a:buFont typeface="+mj-lt"/>
              <a:buAutoNum type="arabicPeriod"/>
            </a:pPr>
            <a:r>
              <a:rPr lang="en-US" sz="1600" dirty="0">
                <a:solidFill>
                  <a:srgbClr val="1179BF"/>
                </a:solidFill>
              </a:rPr>
              <a:t>HSM UCB Settings</a:t>
            </a:r>
          </a:p>
          <a:p>
            <a:pPr marL="342900" indent="-342900">
              <a:buFont typeface="+mj-lt"/>
              <a:buAutoNum type="arabicPeriod"/>
            </a:pPr>
            <a:r>
              <a:rPr lang="en-US" sz="1600" dirty="0">
                <a:solidFill>
                  <a:srgbClr val="1179BF"/>
                </a:solidFill>
              </a:rPr>
              <a:t>Synchronizing HSM and Application Cores</a:t>
            </a:r>
          </a:p>
          <a:p>
            <a:endParaRPr lang="en-IN" sz="1600" dirty="0"/>
          </a:p>
        </p:txBody>
      </p:sp>
    </p:spTree>
    <p:extLst>
      <p:ext uri="{BB962C8B-B14F-4D97-AF65-F5344CB8AC3E}">
        <p14:creationId xmlns:p14="http://schemas.microsoft.com/office/powerpoint/2010/main" val="610319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97878-90A8-452C-82CD-D3E3CD3DA714}"/>
              </a:ext>
            </a:extLst>
          </p:cNvPr>
          <p:cNvSpPr>
            <a:spLocks noGrp="1"/>
          </p:cNvSpPr>
          <p:nvPr>
            <p:ph type="title"/>
          </p:nvPr>
        </p:nvSpPr>
        <p:spPr/>
        <p:txBody>
          <a:bodyPr/>
          <a:lstStyle/>
          <a:p>
            <a:r>
              <a:rPr lang="en-US" dirty="0" err="1"/>
              <a:t>vHsm</a:t>
            </a:r>
            <a:r>
              <a:rPr lang="en-US" dirty="0"/>
              <a:t> Overview</a:t>
            </a:r>
            <a:endParaRPr lang="en-IN" dirty="0"/>
          </a:p>
        </p:txBody>
      </p:sp>
      <p:sp>
        <p:nvSpPr>
          <p:cNvPr id="3" name="Content Placeholder 2">
            <a:extLst>
              <a:ext uri="{FF2B5EF4-FFF2-40B4-BE49-F238E27FC236}">
                <a16:creationId xmlns:a16="http://schemas.microsoft.com/office/drawing/2014/main" id="{96924004-8FFD-4819-884A-ABB04A828EA2}"/>
              </a:ext>
            </a:extLst>
          </p:cNvPr>
          <p:cNvSpPr>
            <a:spLocks noGrp="1"/>
          </p:cNvSpPr>
          <p:nvPr>
            <p:ph idx="1"/>
          </p:nvPr>
        </p:nvSpPr>
        <p:spPr>
          <a:xfrm>
            <a:off x="359636" y="524491"/>
            <a:ext cx="8424000" cy="3781167"/>
          </a:xfrm>
        </p:spPr>
        <p:txBody>
          <a:bodyPr/>
          <a:lstStyle/>
          <a:p>
            <a:r>
              <a:rPr lang="en-US" dirty="0">
                <a:solidFill>
                  <a:srgbClr val="00ABE7"/>
                </a:solidFill>
              </a:rPr>
              <a:t>Software Architecture:</a:t>
            </a:r>
          </a:p>
          <a:p>
            <a:endParaRPr lang="en-US" dirty="0">
              <a:solidFill>
                <a:srgbClr val="00ABE7"/>
              </a:solidFill>
            </a:endParaRPr>
          </a:p>
          <a:p>
            <a:endParaRPr lang="en-IN" dirty="0"/>
          </a:p>
        </p:txBody>
      </p:sp>
      <p:sp>
        <p:nvSpPr>
          <p:cNvPr id="4" name="Footer Placeholder 3">
            <a:extLst>
              <a:ext uri="{FF2B5EF4-FFF2-40B4-BE49-F238E27FC236}">
                <a16:creationId xmlns:a16="http://schemas.microsoft.com/office/drawing/2014/main" id="{2F27E240-5A8A-4D53-A78B-E1CB970C711A}"/>
              </a:ext>
            </a:extLst>
          </p:cNvPr>
          <p:cNvSpPr>
            <a:spLocks noGrp="1"/>
          </p:cNvSpPr>
          <p:nvPr>
            <p:ph type="ftr" sz="quarter" idx="11"/>
          </p:nvPr>
        </p:nvSpPr>
        <p:spPr/>
        <p:txBody>
          <a:bodyPr/>
          <a:lstStyle/>
          <a:p>
            <a:endParaRPr lang="de-DE" dirty="0"/>
          </a:p>
        </p:txBody>
      </p:sp>
      <p:sp>
        <p:nvSpPr>
          <p:cNvPr id="5" name="Slide Number Placeholder 4">
            <a:extLst>
              <a:ext uri="{FF2B5EF4-FFF2-40B4-BE49-F238E27FC236}">
                <a16:creationId xmlns:a16="http://schemas.microsoft.com/office/drawing/2014/main" id="{6720942A-6F38-4B14-8074-312919A9463D}"/>
              </a:ext>
            </a:extLst>
          </p:cNvPr>
          <p:cNvSpPr>
            <a:spLocks noGrp="1"/>
          </p:cNvSpPr>
          <p:nvPr>
            <p:ph type="sldNum" sz="quarter" idx="12"/>
          </p:nvPr>
        </p:nvSpPr>
        <p:spPr/>
        <p:txBody>
          <a:bodyPr/>
          <a:lstStyle/>
          <a:p>
            <a:fld id="{AE839375-43AA-4A5D-B991-4343C4570BCB}" type="slidenum">
              <a:rPr lang="de-DE" smtClean="0"/>
              <a:t>4</a:t>
            </a:fld>
            <a:endParaRPr lang="de-DE"/>
          </a:p>
        </p:txBody>
      </p:sp>
      <p:pic>
        <p:nvPicPr>
          <p:cNvPr id="6" name="Picture 5">
            <a:extLst>
              <a:ext uri="{FF2B5EF4-FFF2-40B4-BE49-F238E27FC236}">
                <a16:creationId xmlns:a16="http://schemas.microsoft.com/office/drawing/2014/main" id="{9DFD6021-AECA-43D6-A559-46270AC9C9E5}"/>
              </a:ext>
            </a:extLst>
          </p:cNvPr>
          <p:cNvPicPr>
            <a:picLocks noChangeAspect="1"/>
          </p:cNvPicPr>
          <p:nvPr/>
        </p:nvPicPr>
        <p:blipFill>
          <a:blip r:embed="rId2"/>
          <a:stretch>
            <a:fillRect/>
          </a:stretch>
        </p:blipFill>
        <p:spPr>
          <a:xfrm>
            <a:off x="3689406" y="524491"/>
            <a:ext cx="5263385" cy="2403470"/>
          </a:xfrm>
          <a:prstGeom prst="rect">
            <a:avLst/>
          </a:prstGeom>
        </p:spPr>
      </p:pic>
      <p:sp>
        <p:nvSpPr>
          <p:cNvPr id="8" name="TextBox 7">
            <a:extLst>
              <a:ext uri="{FF2B5EF4-FFF2-40B4-BE49-F238E27FC236}">
                <a16:creationId xmlns:a16="http://schemas.microsoft.com/office/drawing/2014/main" id="{5049E955-0897-43D5-A796-D280ECF1A943}"/>
              </a:ext>
            </a:extLst>
          </p:cNvPr>
          <p:cNvSpPr txBox="1"/>
          <p:nvPr/>
        </p:nvSpPr>
        <p:spPr>
          <a:xfrm>
            <a:off x="360363" y="754715"/>
            <a:ext cx="3087974" cy="3508653"/>
          </a:xfrm>
          <a:prstGeom prst="rect">
            <a:avLst/>
          </a:prstGeom>
          <a:noFill/>
        </p:spPr>
        <p:txBody>
          <a:bodyPr wrap="square" lIns="0" tIns="0" rIns="0" bIns="0" rtlCol="0">
            <a:spAutoFit/>
          </a:bodyPr>
          <a:lstStyle/>
          <a:p>
            <a:pPr marL="171450" marR="0" indent="-171450" defTabSz="914400" eaLnBrk="1" fontAlgn="base" latinLnBrk="0" hangingPunct="1">
              <a:lnSpc>
                <a:spcPct val="100000"/>
              </a:lnSpc>
              <a:spcBef>
                <a:spcPts val="0"/>
              </a:spcBef>
              <a:spcAft>
                <a:spcPct val="0"/>
              </a:spcAft>
              <a:buClrTx/>
              <a:buSzTx/>
              <a:buFont typeface="Arial" panose="020B0604020202020204" pitchFamily="34" charset="0"/>
              <a:buChar char="•"/>
              <a:tabLst/>
            </a:pPr>
            <a:r>
              <a:rPr kumimoji="0" lang="en-US" sz="1200" strike="noStrike" kern="0" cap="none" spc="0" normalizeH="0" noProof="0" dirty="0" err="1">
                <a:ln>
                  <a:noFill/>
                </a:ln>
                <a:solidFill>
                  <a:srgbClr val="000000"/>
                </a:solidFill>
                <a:effectLst/>
                <a:uLnTx/>
                <a:uFillTx/>
              </a:rPr>
              <a:t>vHsm</a:t>
            </a:r>
            <a:r>
              <a:rPr kumimoji="0" lang="en-US" sz="1200" strike="noStrike" kern="0" cap="none" spc="0" normalizeH="0" noProof="0" dirty="0">
                <a:ln>
                  <a:noFill/>
                </a:ln>
                <a:solidFill>
                  <a:srgbClr val="000000"/>
                </a:solidFill>
                <a:effectLst/>
                <a:uLnTx/>
                <a:uFillTx/>
              </a:rPr>
              <a:t> is based on approach that hardware provides a dedicated secure zone for security applications including a</a:t>
            </a:r>
          </a:p>
          <a:p>
            <a:pPr marL="628650" lvl="1" indent="-171450" fontAlgn="base">
              <a:spcAft>
                <a:spcPct val="0"/>
              </a:spcAft>
              <a:buFont typeface="Arial" panose="020B0604020202020204" pitchFamily="34" charset="0"/>
              <a:buChar char="•"/>
            </a:pPr>
            <a:r>
              <a:rPr lang="en-US" sz="1200" kern="0" dirty="0">
                <a:solidFill>
                  <a:srgbClr val="00ABE7"/>
                </a:solidFill>
              </a:rPr>
              <a:t>Core</a:t>
            </a:r>
          </a:p>
          <a:p>
            <a:pPr marL="628650" lvl="1" indent="-171450" fontAlgn="base">
              <a:spcAft>
                <a:spcPct val="0"/>
              </a:spcAft>
              <a:buFont typeface="Arial" panose="020B0604020202020204" pitchFamily="34" charset="0"/>
              <a:buChar char="•"/>
            </a:pPr>
            <a:r>
              <a:rPr kumimoji="0" lang="en-US" sz="1200" strike="noStrike" kern="0" cap="none" spc="0" normalizeH="0" noProof="0" dirty="0">
                <a:ln>
                  <a:noFill/>
                </a:ln>
                <a:solidFill>
                  <a:srgbClr val="00ABE7"/>
                </a:solidFill>
                <a:effectLst/>
                <a:uLnTx/>
                <a:uFillTx/>
              </a:rPr>
              <a:t>Secure Memory</a:t>
            </a:r>
          </a:p>
          <a:p>
            <a:pPr marL="628650" lvl="1" indent="-171450" fontAlgn="base">
              <a:spcAft>
                <a:spcPct val="0"/>
              </a:spcAft>
              <a:buFont typeface="Arial" panose="020B0604020202020204" pitchFamily="34" charset="0"/>
              <a:buChar char="•"/>
            </a:pPr>
            <a:r>
              <a:rPr lang="en-US" sz="1200" kern="0" dirty="0">
                <a:solidFill>
                  <a:srgbClr val="00ABE7"/>
                </a:solidFill>
              </a:rPr>
              <a:t>Crypto Hardware Accelerators</a:t>
            </a:r>
          </a:p>
          <a:p>
            <a:pPr marL="628650" lvl="1" indent="-171450" fontAlgn="base">
              <a:spcAft>
                <a:spcPct val="0"/>
              </a:spcAft>
              <a:buFont typeface="Arial" panose="020B0604020202020204" pitchFamily="34" charset="0"/>
              <a:buChar char="•"/>
            </a:pPr>
            <a:endParaRPr kumimoji="0" lang="en-US" sz="1200" strike="noStrike" kern="0" cap="none" spc="0" normalizeH="0" noProof="0" dirty="0">
              <a:ln>
                <a:noFill/>
              </a:ln>
              <a:solidFill>
                <a:srgbClr val="00ABE7"/>
              </a:solidFill>
              <a:effectLst/>
              <a:uLnTx/>
              <a:uFillTx/>
            </a:endParaRPr>
          </a:p>
          <a:p>
            <a:pPr fontAlgn="base">
              <a:spcAft>
                <a:spcPct val="0"/>
              </a:spcAft>
            </a:pPr>
            <a:r>
              <a:rPr lang="en-US" sz="1200" kern="0" dirty="0">
                <a:solidFill>
                  <a:srgbClr val="00ABE7"/>
                </a:solidFill>
              </a:rPr>
              <a:t>This secure zone provides</a:t>
            </a:r>
          </a:p>
          <a:p>
            <a:pPr marL="171450" indent="-171450" fontAlgn="base">
              <a:spcAft>
                <a:spcPct val="0"/>
              </a:spcAft>
              <a:buFont typeface="Arial" panose="020B0604020202020204" pitchFamily="34" charset="0"/>
              <a:buChar char="•"/>
            </a:pPr>
            <a:r>
              <a:rPr kumimoji="0" lang="en-US" sz="1200" strike="noStrike" kern="0" cap="none" spc="0" normalizeH="0" noProof="0" dirty="0">
                <a:ln>
                  <a:noFill/>
                </a:ln>
                <a:effectLst/>
                <a:uLnTx/>
                <a:uFillTx/>
              </a:rPr>
              <a:t>Provides security services</a:t>
            </a:r>
          </a:p>
          <a:p>
            <a:pPr marL="171450" indent="-171450" fontAlgn="base">
              <a:spcAft>
                <a:spcPct val="0"/>
              </a:spcAft>
              <a:buFont typeface="Arial" panose="020B0604020202020204" pitchFamily="34" charset="0"/>
              <a:buChar char="•"/>
            </a:pPr>
            <a:endParaRPr kumimoji="0" lang="en-US" sz="1200" b="0" i="0" u="none" strike="noStrike" kern="0" cap="none" spc="0" normalizeH="0" baseline="0" noProof="0" dirty="0">
              <a:ln>
                <a:noFill/>
              </a:ln>
              <a:effectLst/>
              <a:uLnTx/>
              <a:uFillTx/>
            </a:endParaRPr>
          </a:p>
          <a:p>
            <a:pPr marL="171450" indent="-171450" fontAlgn="base">
              <a:spcAft>
                <a:spcPct val="0"/>
              </a:spcAft>
              <a:buFont typeface="Arial" panose="020B0604020202020204" pitchFamily="34" charset="0"/>
              <a:buChar char="•"/>
            </a:pPr>
            <a:r>
              <a:rPr lang="en-US" sz="1200" kern="0" dirty="0"/>
              <a:t>Stores the key in a memory section accessible only by HSM core (typically HSM exclusive data flash)</a:t>
            </a:r>
          </a:p>
          <a:p>
            <a:pPr marL="171450" indent="-171450" fontAlgn="base">
              <a:spcAft>
                <a:spcPct val="0"/>
              </a:spcAft>
              <a:buFont typeface="Arial" panose="020B0604020202020204" pitchFamily="34" charset="0"/>
              <a:buChar char="•"/>
            </a:pPr>
            <a:endParaRPr lang="en-US" sz="1200" kern="0" dirty="0"/>
          </a:p>
          <a:p>
            <a:pPr marL="171450" indent="-171450" fontAlgn="base">
              <a:spcAft>
                <a:spcPct val="0"/>
              </a:spcAft>
              <a:buFont typeface="Arial" panose="020B0604020202020204" pitchFamily="34" charset="0"/>
              <a:buChar char="•"/>
            </a:pPr>
            <a:r>
              <a:rPr kumimoji="0" lang="en-US" sz="1200" b="0" i="0" u="none" strike="noStrike" kern="0" cap="none" spc="0" normalizeH="0" baseline="0" noProof="0" dirty="0">
                <a:ln>
                  <a:noFill/>
                </a:ln>
                <a:effectLst/>
                <a:uLnTx/>
                <a:uFillTx/>
              </a:rPr>
              <a:t>Manages keys</a:t>
            </a:r>
          </a:p>
          <a:p>
            <a:pPr marL="171450" indent="-171450" fontAlgn="base">
              <a:spcAft>
                <a:spcPct val="0"/>
              </a:spcAft>
              <a:buFont typeface="Arial" panose="020B0604020202020204" pitchFamily="34" charset="0"/>
              <a:buChar char="•"/>
            </a:pPr>
            <a:endParaRPr kumimoji="0" lang="en-US" sz="1200" b="0" i="0" u="none" strike="noStrike" kern="0" cap="none" spc="0" normalizeH="0" baseline="0" noProof="0" dirty="0">
              <a:ln>
                <a:noFill/>
              </a:ln>
              <a:effectLst/>
              <a:uLnTx/>
              <a:uFillTx/>
            </a:endParaRPr>
          </a:p>
          <a:p>
            <a:pPr marL="171450" indent="-171450" fontAlgn="base">
              <a:spcAft>
                <a:spcPct val="0"/>
              </a:spcAft>
              <a:buFont typeface="Arial" panose="020B0604020202020204" pitchFamily="34" charset="0"/>
              <a:buChar char="•"/>
            </a:pPr>
            <a:r>
              <a:rPr lang="en-US" sz="1200" kern="0" dirty="0"/>
              <a:t>Executes cryptographical algorithm using software and/ or hardware implementations</a:t>
            </a:r>
            <a:endParaRPr kumimoji="0" lang="en-IN" sz="1200" b="0" i="0" u="none" strike="noStrike" kern="0" cap="none" spc="0" normalizeH="0" baseline="0" noProof="0" dirty="0">
              <a:ln>
                <a:noFill/>
              </a:ln>
              <a:effectLst/>
              <a:uLnTx/>
              <a:uFillTx/>
            </a:endParaRPr>
          </a:p>
        </p:txBody>
      </p:sp>
      <p:sp>
        <p:nvSpPr>
          <p:cNvPr id="9" name="TextBox 8">
            <a:extLst>
              <a:ext uri="{FF2B5EF4-FFF2-40B4-BE49-F238E27FC236}">
                <a16:creationId xmlns:a16="http://schemas.microsoft.com/office/drawing/2014/main" id="{C85FB107-BBDA-496D-9759-434339242259}"/>
              </a:ext>
            </a:extLst>
          </p:cNvPr>
          <p:cNvSpPr txBox="1"/>
          <p:nvPr/>
        </p:nvSpPr>
        <p:spPr>
          <a:xfrm>
            <a:off x="3820401" y="2954109"/>
            <a:ext cx="5245026" cy="1477328"/>
          </a:xfrm>
          <a:prstGeom prst="rect">
            <a:avLst/>
          </a:prstGeom>
          <a:noFill/>
        </p:spPr>
        <p:txBody>
          <a:bodyPr wrap="none" lIns="0" tIns="0" rIns="0" bIns="0" rtlCol="0">
            <a:spAutoFit/>
          </a:bodyPr>
          <a:lstStyle/>
          <a:p>
            <a:pPr marL="171450" marR="0" indent="-171450" defTabSz="914400" eaLnBrk="1" fontAlgn="base" latinLnBrk="0" hangingPunct="1">
              <a:lnSpc>
                <a:spcPct val="100000"/>
              </a:lnSpc>
              <a:spcBef>
                <a:spcPts val="0"/>
              </a:spcBef>
              <a:spcAft>
                <a:spcPct val="0"/>
              </a:spcAft>
              <a:buClrTx/>
              <a:buSzTx/>
              <a:buFont typeface="Wingdings" panose="05000000000000000000" pitchFamily="2" charset="2"/>
              <a:buChar char="ü"/>
              <a:tabLst/>
            </a:pPr>
            <a:r>
              <a:rPr kumimoji="0" lang="en-US" sz="1200" b="0" i="0" u="none" strike="noStrike" kern="0" cap="none" spc="0" normalizeH="0" baseline="0" noProof="0" dirty="0">
                <a:ln>
                  <a:noFill/>
                </a:ln>
                <a:solidFill>
                  <a:srgbClr val="000000"/>
                </a:solidFill>
                <a:effectLst/>
                <a:uLnTx/>
                <a:uFillTx/>
              </a:rPr>
              <a:t>From the above image, at least three projects can be distinguished: </a:t>
            </a:r>
          </a:p>
          <a:p>
            <a:pPr marR="0" defTabSz="914400" eaLnBrk="1" fontAlgn="base" latinLnBrk="0" hangingPunct="1">
              <a:lnSpc>
                <a:spcPct val="100000"/>
              </a:lnSpc>
              <a:spcBef>
                <a:spcPts val="0"/>
              </a:spcBef>
              <a:spcAft>
                <a:spcPct val="0"/>
              </a:spcAft>
              <a:buClrTx/>
              <a:buSzTx/>
              <a:tabLst/>
            </a:pPr>
            <a:r>
              <a:rPr lang="en-US" sz="1200" kern="0" dirty="0">
                <a:solidFill>
                  <a:srgbClr val="000000"/>
                </a:solidFill>
              </a:rPr>
              <a:t>    </a:t>
            </a:r>
            <a:r>
              <a:rPr kumimoji="0" lang="en-US" sz="1200" b="0" i="0" u="none" strike="noStrike" kern="0" cap="none" spc="0" normalizeH="0" baseline="0" noProof="0" dirty="0">
                <a:ln>
                  <a:noFill/>
                </a:ln>
                <a:solidFill>
                  <a:srgbClr val="FFC000"/>
                </a:solidFill>
                <a:effectLst/>
                <a:uLnTx/>
                <a:uFillTx/>
              </a:rPr>
              <a:t>Application, Bootloader and </a:t>
            </a:r>
            <a:r>
              <a:rPr kumimoji="0" lang="en-US" sz="1200" b="0" i="0" u="none" strike="noStrike" kern="0" cap="none" spc="0" normalizeH="0" baseline="0" noProof="0" dirty="0" err="1">
                <a:ln>
                  <a:noFill/>
                </a:ln>
                <a:solidFill>
                  <a:srgbClr val="FFC000"/>
                </a:solidFill>
                <a:effectLst/>
                <a:uLnTx/>
                <a:uFillTx/>
              </a:rPr>
              <a:t>vHsm</a:t>
            </a:r>
            <a:endParaRPr kumimoji="0" lang="en-US" sz="1200" b="0" i="0" u="none" strike="noStrike" kern="0" cap="none" spc="0" normalizeH="0" baseline="0" noProof="0" dirty="0">
              <a:ln>
                <a:noFill/>
              </a:ln>
              <a:solidFill>
                <a:srgbClr val="FFC000"/>
              </a:solidFill>
              <a:effectLst/>
              <a:uLnTx/>
              <a:uFillTx/>
            </a:endParaRPr>
          </a:p>
          <a:p>
            <a:pPr marR="0" defTabSz="914400" eaLnBrk="1" fontAlgn="base" latinLnBrk="0" hangingPunct="1">
              <a:lnSpc>
                <a:spcPct val="100000"/>
              </a:lnSpc>
              <a:spcBef>
                <a:spcPts val="0"/>
              </a:spcBef>
              <a:spcAft>
                <a:spcPct val="0"/>
              </a:spcAft>
              <a:buClrTx/>
              <a:buSzTx/>
              <a:tabLst/>
            </a:pPr>
            <a:endParaRPr kumimoji="0" lang="en-US" sz="1200" b="0" i="0" u="none" strike="noStrike" kern="0" cap="none" spc="0" normalizeH="0" baseline="0" noProof="0" dirty="0">
              <a:ln>
                <a:noFill/>
              </a:ln>
              <a:solidFill>
                <a:srgbClr val="FFC000"/>
              </a:solidFill>
              <a:effectLst/>
              <a:uLnTx/>
              <a:uFillTx/>
            </a:endParaRPr>
          </a:p>
          <a:p>
            <a:pPr marL="171450" marR="0" indent="-171450" defTabSz="914400" eaLnBrk="1" fontAlgn="base" latinLnBrk="0" hangingPunct="1">
              <a:lnSpc>
                <a:spcPct val="100000"/>
              </a:lnSpc>
              <a:spcBef>
                <a:spcPts val="0"/>
              </a:spcBef>
              <a:spcAft>
                <a:spcPct val="0"/>
              </a:spcAft>
              <a:buClrTx/>
              <a:buSzTx/>
              <a:buFont typeface="Wingdings" panose="05000000000000000000" pitchFamily="2" charset="2"/>
              <a:buChar char="ü"/>
              <a:tabLst/>
            </a:pPr>
            <a:r>
              <a:rPr lang="en-US" sz="1200" kern="0" dirty="0">
                <a:solidFill>
                  <a:srgbClr val="000000"/>
                </a:solidFill>
              </a:rPr>
              <a:t>Modules marked in </a:t>
            </a:r>
            <a:r>
              <a:rPr lang="en-US" sz="1200" kern="0" dirty="0">
                <a:solidFill>
                  <a:srgbClr val="FF0000"/>
                </a:solidFill>
              </a:rPr>
              <a:t>red</a:t>
            </a:r>
            <a:r>
              <a:rPr lang="en-US" sz="1200" kern="0" dirty="0">
                <a:solidFill>
                  <a:srgbClr val="000000"/>
                </a:solidFill>
              </a:rPr>
              <a:t> are essentially required for HSM crypto mechanism</a:t>
            </a:r>
          </a:p>
          <a:p>
            <a:pPr marL="171450" marR="0" indent="-171450" defTabSz="914400" eaLnBrk="1" fontAlgn="base" latinLnBrk="0" hangingPunct="1">
              <a:lnSpc>
                <a:spcPct val="100000"/>
              </a:lnSpc>
              <a:spcBef>
                <a:spcPts val="0"/>
              </a:spcBef>
              <a:spcAft>
                <a:spcPct val="0"/>
              </a:spcAft>
              <a:buClrTx/>
              <a:buSzTx/>
              <a:buFont typeface="Wingdings" panose="05000000000000000000" pitchFamily="2" charset="2"/>
              <a:buChar char="ü"/>
              <a:tabLst/>
            </a:pPr>
            <a:endParaRPr lang="en-US" sz="1200" kern="0" dirty="0">
              <a:solidFill>
                <a:srgbClr val="000000"/>
              </a:solidFill>
            </a:endParaRPr>
          </a:p>
          <a:p>
            <a:pPr marL="171450" marR="0" indent="-171450" defTabSz="914400" eaLnBrk="1" fontAlgn="base" latinLnBrk="0" hangingPunct="1">
              <a:lnSpc>
                <a:spcPct val="100000"/>
              </a:lnSpc>
              <a:spcBef>
                <a:spcPts val="0"/>
              </a:spcBef>
              <a:spcAft>
                <a:spcPct val="0"/>
              </a:spcAft>
              <a:buClrTx/>
              <a:buSzTx/>
              <a:buFont typeface="Wingdings" panose="05000000000000000000" pitchFamily="2" charset="2"/>
              <a:buChar char="ü"/>
              <a:tabLst/>
            </a:pPr>
            <a:r>
              <a:rPr kumimoji="0" lang="en-US" sz="1200" b="0" i="0" u="none" strike="noStrike" kern="0" cap="none" spc="0" normalizeH="0" baseline="0" noProof="0" dirty="0">
                <a:ln>
                  <a:noFill/>
                </a:ln>
                <a:solidFill>
                  <a:srgbClr val="000000"/>
                </a:solidFill>
                <a:effectLst/>
                <a:uLnTx/>
                <a:uFillTx/>
              </a:rPr>
              <a:t>Modules marked in </a:t>
            </a:r>
            <a:r>
              <a:rPr kumimoji="0" lang="en-US" sz="1200" b="0" i="0" u="none" strike="noStrike" kern="0" cap="none" spc="0" normalizeH="0" baseline="0" noProof="0" dirty="0">
                <a:ln>
                  <a:noFill/>
                </a:ln>
                <a:solidFill>
                  <a:srgbClr val="00ABE7"/>
                </a:solidFill>
                <a:effectLst/>
                <a:uLnTx/>
                <a:uFillTx/>
              </a:rPr>
              <a:t>blue</a:t>
            </a:r>
            <a:r>
              <a:rPr kumimoji="0" lang="en-US" sz="1200" b="0" i="0" u="none" strike="noStrike" kern="0" cap="none" spc="0" normalizeH="0" baseline="0" noProof="0" dirty="0">
                <a:ln>
                  <a:noFill/>
                </a:ln>
                <a:solidFill>
                  <a:srgbClr val="000000"/>
                </a:solidFill>
                <a:effectLst/>
                <a:uLnTx/>
                <a:uFillTx/>
              </a:rPr>
              <a:t> are indicating typical environment</a:t>
            </a:r>
          </a:p>
          <a:p>
            <a:pPr marL="0" marR="0" indent="0" defTabSz="914400" eaLnBrk="1" fontAlgn="base" latinLnBrk="0" hangingPunct="1">
              <a:lnSpc>
                <a:spcPct val="100000"/>
              </a:lnSpc>
              <a:spcBef>
                <a:spcPts val="0"/>
              </a:spcBef>
              <a:spcAft>
                <a:spcPct val="0"/>
              </a:spcAft>
              <a:buClrTx/>
              <a:buSzTx/>
              <a:buFontTx/>
              <a:buNone/>
              <a:tabLst/>
            </a:pPr>
            <a:endParaRPr lang="en-US" sz="1200" kern="0" dirty="0">
              <a:solidFill>
                <a:srgbClr val="000000"/>
              </a:solidFill>
            </a:endParaRPr>
          </a:p>
          <a:p>
            <a:pPr marL="0" marR="0" indent="0" defTabSz="914400" eaLnBrk="1" fontAlgn="base" latinLnBrk="0" hangingPunct="1">
              <a:lnSpc>
                <a:spcPct val="100000"/>
              </a:lnSpc>
              <a:spcBef>
                <a:spcPts val="0"/>
              </a:spcBef>
              <a:spcAft>
                <a:spcPct val="0"/>
              </a:spcAft>
              <a:buClrTx/>
              <a:buSzTx/>
              <a:buFontTx/>
              <a:buNone/>
              <a:tabLst/>
            </a:pPr>
            <a:endParaRPr kumimoji="0" lang="en-IN" sz="12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26405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97878-90A8-452C-82CD-D3E3CD3DA714}"/>
              </a:ext>
            </a:extLst>
          </p:cNvPr>
          <p:cNvSpPr>
            <a:spLocks noGrp="1"/>
          </p:cNvSpPr>
          <p:nvPr>
            <p:ph type="title"/>
          </p:nvPr>
        </p:nvSpPr>
        <p:spPr/>
        <p:txBody>
          <a:bodyPr/>
          <a:lstStyle/>
          <a:p>
            <a:r>
              <a:rPr lang="en-US" dirty="0" err="1"/>
              <a:t>vHsm</a:t>
            </a:r>
            <a:r>
              <a:rPr lang="en-US" dirty="0"/>
              <a:t> Overview.. </a:t>
            </a:r>
            <a:r>
              <a:rPr lang="en-US" dirty="0" err="1"/>
              <a:t>contd</a:t>
            </a:r>
            <a:endParaRPr lang="en-IN" dirty="0"/>
          </a:p>
        </p:txBody>
      </p:sp>
      <p:sp>
        <p:nvSpPr>
          <p:cNvPr id="3" name="Content Placeholder 2">
            <a:extLst>
              <a:ext uri="{FF2B5EF4-FFF2-40B4-BE49-F238E27FC236}">
                <a16:creationId xmlns:a16="http://schemas.microsoft.com/office/drawing/2014/main" id="{96924004-8FFD-4819-884A-ABB04A828EA2}"/>
              </a:ext>
            </a:extLst>
          </p:cNvPr>
          <p:cNvSpPr>
            <a:spLocks noGrp="1"/>
          </p:cNvSpPr>
          <p:nvPr>
            <p:ph idx="1"/>
          </p:nvPr>
        </p:nvSpPr>
        <p:spPr>
          <a:xfrm>
            <a:off x="359636" y="534320"/>
            <a:ext cx="8424000" cy="3781167"/>
          </a:xfrm>
        </p:spPr>
        <p:txBody>
          <a:bodyPr/>
          <a:lstStyle/>
          <a:p>
            <a:endParaRPr lang="en-US" dirty="0">
              <a:solidFill>
                <a:srgbClr val="00ABE7"/>
              </a:solidFill>
            </a:endParaRPr>
          </a:p>
          <a:p>
            <a:r>
              <a:rPr lang="en-US" dirty="0">
                <a:solidFill>
                  <a:srgbClr val="00ABE7"/>
                </a:solidFill>
              </a:rPr>
              <a:t>Functional Principle:</a:t>
            </a:r>
          </a:p>
          <a:p>
            <a:pPr marL="171450" indent="-171450" fontAlgn="base">
              <a:spcAft>
                <a:spcPct val="0"/>
              </a:spcAft>
              <a:buFont typeface="Arial" panose="020B0604020202020204" pitchFamily="34" charset="0"/>
              <a:buChar char="•"/>
            </a:pPr>
            <a:r>
              <a:rPr lang="en-US" kern="0" dirty="0" err="1">
                <a:solidFill>
                  <a:srgbClr val="000000"/>
                </a:solidFill>
              </a:rPr>
              <a:t>vHsm</a:t>
            </a:r>
            <a:r>
              <a:rPr lang="en-US" kern="0" dirty="0">
                <a:solidFill>
                  <a:srgbClr val="000000"/>
                </a:solidFill>
              </a:rPr>
              <a:t> includes multiple crypto drivers that provide different functionality (e.g. access to available hardware accelerators, key </a:t>
            </a:r>
            <a:r>
              <a:rPr lang="en-US" kern="0" dirty="0" err="1">
                <a:solidFill>
                  <a:srgbClr val="000000"/>
                </a:solidFill>
              </a:rPr>
              <a:t>storange</a:t>
            </a:r>
            <a:r>
              <a:rPr lang="en-US" kern="0" dirty="0">
                <a:solidFill>
                  <a:srgbClr val="000000"/>
                </a:solidFill>
              </a:rPr>
              <a:t>)</a:t>
            </a: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endParaRPr lang="en-US" kern="0" dirty="0">
              <a:solidFill>
                <a:srgbClr val="000000"/>
              </a:solidFill>
            </a:endParaRPr>
          </a:p>
          <a:p>
            <a:pPr marL="171450" indent="-171450" fontAlgn="base">
              <a:spcAft>
                <a:spcPct val="0"/>
              </a:spcAft>
              <a:buFont typeface="Arial" panose="020B0604020202020204" pitchFamily="34" charset="0"/>
              <a:buChar char="•"/>
            </a:pPr>
            <a:r>
              <a:rPr lang="en-US" kern="0" dirty="0">
                <a:solidFill>
                  <a:srgbClr val="000000"/>
                </a:solidFill>
              </a:rPr>
              <a:t>The HSM core communicates via a software defined Inter processor communication (placed in shared RAM) with the application core(s).</a:t>
            </a:r>
            <a:endParaRPr lang="en-IN" kern="0" dirty="0"/>
          </a:p>
          <a:p>
            <a:endParaRPr lang="en-US" dirty="0">
              <a:solidFill>
                <a:srgbClr val="00ABE7"/>
              </a:solidFill>
            </a:endParaRPr>
          </a:p>
          <a:p>
            <a:endParaRPr lang="en-US" dirty="0">
              <a:solidFill>
                <a:srgbClr val="00ABE7"/>
              </a:solidFill>
            </a:endParaRPr>
          </a:p>
          <a:p>
            <a:endParaRPr lang="en-IN" dirty="0"/>
          </a:p>
        </p:txBody>
      </p:sp>
      <p:sp>
        <p:nvSpPr>
          <p:cNvPr id="4" name="Footer Placeholder 3">
            <a:extLst>
              <a:ext uri="{FF2B5EF4-FFF2-40B4-BE49-F238E27FC236}">
                <a16:creationId xmlns:a16="http://schemas.microsoft.com/office/drawing/2014/main" id="{2F27E240-5A8A-4D53-A78B-E1CB970C711A}"/>
              </a:ext>
            </a:extLst>
          </p:cNvPr>
          <p:cNvSpPr>
            <a:spLocks noGrp="1"/>
          </p:cNvSpPr>
          <p:nvPr>
            <p:ph type="ftr" sz="quarter" idx="11"/>
          </p:nvPr>
        </p:nvSpPr>
        <p:spPr/>
        <p:txBody>
          <a:bodyPr/>
          <a:lstStyle/>
          <a:p>
            <a:endParaRPr lang="de-DE" dirty="0"/>
          </a:p>
        </p:txBody>
      </p:sp>
      <p:sp>
        <p:nvSpPr>
          <p:cNvPr id="5" name="Slide Number Placeholder 4">
            <a:extLst>
              <a:ext uri="{FF2B5EF4-FFF2-40B4-BE49-F238E27FC236}">
                <a16:creationId xmlns:a16="http://schemas.microsoft.com/office/drawing/2014/main" id="{6720942A-6F38-4B14-8074-312919A9463D}"/>
              </a:ext>
            </a:extLst>
          </p:cNvPr>
          <p:cNvSpPr>
            <a:spLocks noGrp="1"/>
          </p:cNvSpPr>
          <p:nvPr>
            <p:ph type="sldNum" sz="quarter" idx="12"/>
          </p:nvPr>
        </p:nvSpPr>
        <p:spPr/>
        <p:txBody>
          <a:bodyPr/>
          <a:lstStyle/>
          <a:p>
            <a:fld id="{AE839375-43AA-4A5D-B991-4343C4570BCB}" type="slidenum">
              <a:rPr lang="de-DE" smtClean="0"/>
              <a:t>5</a:t>
            </a:fld>
            <a:endParaRPr lang="de-DE"/>
          </a:p>
        </p:txBody>
      </p:sp>
      <p:pic>
        <p:nvPicPr>
          <p:cNvPr id="11" name="Picture 10">
            <a:extLst>
              <a:ext uri="{FF2B5EF4-FFF2-40B4-BE49-F238E27FC236}">
                <a16:creationId xmlns:a16="http://schemas.microsoft.com/office/drawing/2014/main" id="{2DE961F9-9915-480B-92FD-239A63E8449E}"/>
              </a:ext>
            </a:extLst>
          </p:cNvPr>
          <p:cNvPicPr>
            <a:picLocks noChangeAspect="1"/>
          </p:cNvPicPr>
          <p:nvPr/>
        </p:nvPicPr>
        <p:blipFill>
          <a:blip r:embed="rId2"/>
          <a:stretch>
            <a:fillRect/>
          </a:stretch>
        </p:blipFill>
        <p:spPr>
          <a:xfrm>
            <a:off x="1997652" y="1464276"/>
            <a:ext cx="4151739" cy="2412019"/>
          </a:xfrm>
          <a:prstGeom prst="rect">
            <a:avLst/>
          </a:prstGeom>
        </p:spPr>
      </p:pic>
    </p:spTree>
    <p:extLst>
      <p:ext uri="{BB962C8B-B14F-4D97-AF65-F5344CB8AC3E}">
        <p14:creationId xmlns:p14="http://schemas.microsoft.com/office/powerpoint/2010/main" val="2306916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478F36-07B9-493F-812D-03DC839778B9}"/>
              </a:ext>
            </a:extLst>
          </p:cNvPr>
          <p:cNvSpPr>
            <a:spLocks noGrp="1"/>
          </p:cNvSpPr>
          <p:nvPr>
            <p:ph type="ftr" sz="quarter" idx="10"/>
          </p:nvPr>
        </p:nvSpPr>
        <p:spPr/>
        <p:txBody>
          <a:bodyPr/>
          <a:lstStyle/>
          <a:p>
            <a:endParaRPr lang="de-DE" dirty="0"/>
          </a:p>
        </p:txBody>
      </p:sp>
      <p:sp>
        <p:nvSpPr>
          <p:cNvPr id="5" name="Slide Number Placeholder 4">
            <a:extLst>
              <a:ext uri="{FF2B5EF4-FFF2-40B4-BE49-F238E27FC236}">
                <a16:creationId xmlns:a16="http://schemas.microsoft.com/office/drawing/2014/main" id="{225A8680-D76A-4574-AA9E-3F2FD9078C76}"/>
              </a:ext>
            </a:extLst>
          </p:cNvPr>
          <p:cNvSpPr>
            <a:spLocks noGrp="1"/>
          </p:cNvSpPr>
          <p:nvPr>
            <p:ph type="sldNum" sz="quarter" idx="11"/>
          </p:nvPr>
        </p:nvSpPr>
        <p:spPr/>
        <p:txBody>
          <a:bodyPr/>
          <a:lstStyle/>
          <a:p>
            <a:fld id="{AE839375-43AA-4A5D-B991-4343C4570BCB}" type="slidenum">
              <a:rPr lang="de-DE" smtClean="0"/>
              <a:t>6</a:t>
            </a:fld>
            <a:endParaRPr lang="de-DE"/>
          </a:p>
        </p:txBody>
      </p:sp>
      <p:sp>
        <p:nvSpPr>
          <p:cNvPr id="8" name="Text Placeholder 7">
            <a:extLst>
              <a:ext uri="{FF2B5EF4-FFF2-40B4-BE49-F238E27FC236}">
                <a16:creationId xmlns:a16="http://schemas.microsoft.com/office/drawing/2014/main" id="{0B8DA892-5ED6-48E9-BC9C-D07B74506381}"/>
              </a:ext>
            </a:extLst>
          </p:cNvPr>
          <p:cNvSpPr>
            <a:spLocks noGrp="1"/>
          </p:cNvSpPr>
          <p:nvPr>
            <p:ph type="body" sz="quarter" idx="12"/>
          </p:nvPr>
        </p:nvSpPr>
        <p:spPr/>
        <p:txBody>
          <a:bodyPr/>
          <a:lstStyle/>
          <a:p>
            <a:r>
              <a:rPr lang="en-US" sz="3200" dirty="0"/>
              <a:t>Agenda</a:t>
            </a:r>
            <a:endParaRPr lang="en-IN" sz="3200" dirty="0"/>
          </a:p>
        </p:txBody>
      </p:sp>
      <p:sp>
        <p:nvSpPr>
          <p:cNvPr id="9" name="Text Placeholder 8">
            <a:extLst>
              <a:ext uri="{FF2B5EF4-FFF2-40B4-BE49-F238E27FC236}">
                <a16:creationId xmlns:a16="http://schemas.microsoft.com/office/drawing/2014/main" id="{AF2BDAFA-2E09-4CC1-9F7F-6F045C3D0C90}"/>
              </a:ext>
            </a:extLst>
          </p:cNvPr>
          <p:cNvSpPr>
            <a:spLocks noGrp="1"/>
          </p:cNvSpPr>
          <p:nvPr>
            <p:ph type="body" sz="quarter" idx="13"/>
          </p:nvPr>
        </p:nvSpPr>
        <p:spPr>
          <a:xfrm>
            <a:off x="311172" y="921242"/>
            <a:ext cx="8424000" cy="3111111"/>
          </a:xfrm>
        </p:spPr>
        <p:txBody>
          <a:bodyPr/>
          <a:lstStyle/>
          <a:p>
            <a:pPr marL="342900" indent="-342900">
              <a:buFont typeface="+mj-lt"/>
              <a:buAutoNum type="arabicPeriod"/>
            </a:pPr>
            <a:r>
              <a:rPr lang="en-US" sz="1600" dirty="0">
                <a:solidFill>
                  <a:srgbClr val="1179BF"/>
                </a:solidFill>
              </a:rPr>
              <a:t>Overview</a:t>
            </a:r>
          </a:p>
          <a:p>
            <a:pPr marL="342900" indent="-342900">
              <a:buFont typeface="+mj-lt"/>
              <a:buAutoNum type="arabicPeriod"/>
            </a:pPr>
            <a:r>
              <a:rPr lang="en-US" sz="1600" dirty="0"/>
              <a:t>Data and Service Flow  of Crypto Jobs</a:t>
            </a:r>
          </a:p>
          <a:p>
            <a:pPr marL="342900" indent="-342900">
              <a:buFont typeface="+mj-lt"/>
              <a:buAutoNum type="arabicPeriod"/>
            </a:pPr>
            <a:r>
              <a:rPr lang="en-US" sz="1600" dirty="0">
                <a:solidFill>
                  <a:srgbClr val="1179BF"/>
                </a:solidFill>
              </a:rPr>
              <a:t>Inter-Processor Communication (IPC)</a:t>
            </a:r>
          </a:p>
          <a:p>
            <a:pPr marL="342900" indent="-342900">
              <a:buFont typeface="+mj-lt"/>
              <a:buAutoNum type="arabicPeriod"/>
            </a:pPr>
            <a:r>
              <a:rPr lang="en-US" sz="1600" dirty="0">
                <a:solidFill>
                  <a:srgbClr val="1179BF"/>
                </a:solidFill>
              </a:rPr>
              <a:t>Integration</a:t>
            </a:r>
          </a:p>
          <a:p>
            <a:pPr marL="342900" indent="-342900">
              <a:buFont typeface="+mj-lt"/>
              <a:buAutoNum type="arabicPeriod"/>
            </a:pPr>
            <a:r>
              <a:rPr lang="en-US" sz="1600" dirty="0">
                <a:solidFill>
                  <a:srgbClr val="1179BF"/>
                </a:solidFill>
              </a:rPr>
              <a:t>HSM Memory Regions</a:t>
            </a:r>
          </a:p>
          <a:p>
            <a:pPr marL="342900" indent="-342900">
              <a:buFont typeface="+mj-lt"/>
              <a:buAutoNum type="arabicPeriod"/>
            </a:pPr>
            <a:r>
              <a:rPr lang="en-US" sz="1600" dirty="0">
                <a:solidFill>
                  <a:srgbClr val="1179BF"/>
                </a:solidFill>
              </a:rPr>
              <a:t>HSM UCB Settings</a:t>
            </a:r>
          </a:p>
          <a:p>
            <a:pPr marL="342900" indent="-342900">
              <a:buFont typeface="+mj-lt"/>
              <a:buAutoNum type="arabicPeriod"/>
            </a:pPr>
            <a:r>
              <a:rPr lang="en-US" sz="1600" dirty="0">
                <a:solidFill>
                  <a:srgbClr val="1179BF"/>
                </a:solidFill>
              </a:rPr>
              <a:t>Synchronizing HSM and Application Cores</a:t>
            </a:r>
          </a:p>
          <a:p>
            <a:endParaRPr lang="en-IN" sz="1600" dirty="0"/>
          </a:p>
        </p:txBody>
      </p:sp>
    </p:spTree>
    <p:extLst>
      <p:ext uri="{BB962C8B-B14F-4D97-AF65-F5344CB8AC3E}">
        <p14:creationId xmlns:p14="http://schemas.microsoft.com/office/powerpoint/2010/main" val="2224915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97878-90A8-452C-82CD-D3E3CD3DA714}"/>
              </a:ext>
            </a:extLst>
          </p:cNvPr>
          <p:cNvSpPr>
            <a:spLocks noGrp="1"/>
          </p:cNvSpPr>
          <p:nvPr>
            <p:ph type="title"/>
          </p:nvPr>
        </p:nvSpPr>
        <p:spPr>
          <a:xfrm>
            <a:off x="360363" y="144001"/>
            <a:ext cx="8424001" cy="390319"/>
          </a:xfrm>
        </p:spPr>
        <p:txBody>
          <a:bodyPr/>
          <a:lstStyle/>
          <a:p>
            <a:r>
              <a:rPr lang="en-US" dirty="0"/>
              <a:t>Data and Service Flow</a:t>
            </a:r>
            <a:endParaRPr lang="en-IN" dirty="0"/>
          </a:p>
        </p:txBody>
      </p:sp>
      <p:sp>
        <p:nvSpPr>
          <p:cNvPr id="3" name="Content Placeholder 2">
            <a:extLst>
              <a:ext uri="{FF2B5EF4-FFF2-40B4-BE49-F238E27FC236}">
                <a16:creationId xmlns:a16="http://schemas.microsoft.com/office/drawing/2014/main" id="{96924004-8FFD-4819-884A-ABB04A828EA2}"/>
              </a:ext>
            </a:extLst>
          </p:cNvPr>
          <p:cNvSpPr>
            <a:spLocks noGrp="1"/>
          </p:cNvSpPr>
          <p:nvPr>
            <p:ph idx="1"/>
          </p:nvPr>
        </p:nvSpPr>
        <p:spPr>
          <a:xfrm>
            <a:off x="359636" y="681960"/>
            <a:ext cx="4974644" cy="3781167"/>
          </a:xfrm>
        </p:spPr>
        <p:txBody>
          <a:bodyPr/>
          <a:lstStyle/>
          <a:p>
            <a:r>
              <a:rPr lang="en-US" dirty="0"/>
              <a:t>Host core must run following </a:t>
            </a:r>
            <a:r>
              <a:rPr lang="en-US" b="1" dirty="0"/>
              <a:t>AUTOSAR standard crypto modules</a:t>
            </a:r>
            <a:r>
              <a:rPr lang="en-US" dirty="0"/>
              <a:t>:</a:t>
            </a:r>
          </a:p>
          <a:p>
            <a:pPr marL="171450" indent="-171450">
              <a:buFont typeface="Arial" panose="020B0604020202020204" pitchFamily="34" charset="0"/>
              <a:buChar char="•"/>
            </a:pPr>
            <a:endParaRPr lang="en-US" dirty="0"/>
          </a:p>
          <a:p>
            <a:pPr marL="228600" indent="-228600">
              <a:buFont typeface="+mj-lt"/>
              <a:buAutoNum type="arabicPeriod"/>
            </a:pPr>
            <a:r>
              <a:rPr lang="en-US" dirty="0">
                <a:solidFill>
                  <a:srgbClr val="00ABE7"/>
                </a:solidFill>
              </a:rPr>
              <a:t>CSM</a:t>
            </a:r>
            <a:r>
              <a:rPr lang="en-US" dirty="0"/>
              <a:t> provides an interface to higher layer modules and distributes service request to adequate queues</a:t>
            </a:r>
          </a:p>
          <a:p>
            <a:pPr marL="228600" indent="-228600">
              <a:buFont typeface="+mj-lt"/>
              <a:buAutoNum type="arabicPeriod"/>
            </a:pPr>
            <a:endParaRPr lang="en-US" dirty="0"/>
          </a:p>
          <a:p>
            <a:pPr marL="228600" indent="-228600">
              <a:buFont typeface="+mj-lt"/>
              <a:buAutoNum type="arabicPeriod"/>
            </a:pPr>
            <a:r>
              <a:rPr lang="en-US" dirty="0" err="1">
                <a:solidFill>
                  <a:srgbClr val="00ABE7"/>
                </a:solidFill>
              </a:rPr>
              <a:t>CryIf</a:t>
            </a:r>
            <a:r>
              <a:rPr lang="en-US" dirty="0"/>
              <a:t> forwards the crypto service request to respective crypto drivers.</a:t>
            </a:r>
          </a:p>
          <a:p>
            <a:pPr marL="228600" indent="-228600">
              <a:buFont typeface="+mj-lt"/>
              <a:buAutoNum type="arabicPeriod"/>
            </a:pPr>
            <a:endParaRPr lang="en-US" dirty="0"/>
          </a:p>
          <a:p>
            <a:pPr marL="228600" indent="-228600">
              <a:buFont typeface="+mj-lt"/>
              <a:buAutoNum type="arabicPeriod"/>
            </a:pPr>
            <a:r>
              <a:rPr lang="en-US" dirty="0">
                <a:solidFill>
                  <a:srgbClr val="00ABE7"/>
                </a:solidFill>
              </a:rPr>
              <a:t>Crypto (</a:t>
            </a:r>
            <a:r>
              <a:rPr lang="en-US" dirty="0" err="1">
                <a:solidFill>
                  <a:srgbClr val="00ABE7"/>
                </a:solidFill>
              </a:rPr>
              <a:t>vHsm</a:t>
            </a:r>
            <a:r>
              <a:rPr lang="en-US" dirty="0">
                <a:solidFill>
                  <a:srgbClr val="00ABE7"/>
                </a:solidFill>
              </a:rPr>
              <a:t>) </a:t>
            </a:r>
            <a:r>
              <a:rPr lang="en-US" dirty="0"/>
              <a:t>is the driver for the communication with the HSM core. It provides the IPC communication. In addition, it specifies the available crypto primitives and the available keys stored in the HSM</a:t>
            </a:r>
          </a:p>
          <a:p>
            <a:endParaRPr lang="en-US" dirty="0">
              <a:solidFill>
                <a:srgbClr val="00ABE7"/>
              </a:solidFill>
            </a:endParaRPr>
          </a:p>
          <a:p>
            <a:endParaRPr lang="en-US" dirty="0">
              <a:solidFill>
                <a:srgbClr val="00ABE7"/>
              </a:solidFill>
            </a:endParaRPr>
          </a:p>
          <a:p>
            <a:endParaRPr lang="en-IN" dirty="0"/>
          </a:p>
        </p:txBody>
      </p:sp>
      <p:sp>
        <p:nvSpPr>
          <p:cNvPr id="4" name="Footer Placeholder 3">
            <a:extLst>
              <a:ext uri="{FF2B5EF4-FFF2-40B4-BE49-F238E27FC236}">
                <a16:creationId xmlns:a16="http://schemas.microsoft.com/office/drawing/2014/main" id="{2F27E240-5A8A-4D53-A78B-E1CB970C711A}"/>
              </a:ext>
            </a:extLst>
          </p:cNvPr>
          <p:cNvSpPr>
            <a:spLocks noGrp="1"/>
          </p:cNvSpPr>
          <p:nvPr>
            <p:ph type="ftr" sz="quarter" idx="11"/>
          </p:nvPr>
        </p:nvSpPr>
        <p:spPr/>
        <p:txBody>
          <a:bodyPr/>
          <a:lstStyle/>
          <a:p>
            <a:endParaRPr lang="de-DE" dirty="0"/>
          </a:p>
        </p:txBody>
      </p:sp>
      <p:sp>
        <p:nvSpPr>
          <p:cNvPr id="5" name="Slide Number Placeholder 4">
            <a:extLst>
              <a:ext uri="{FF2B5EF4-FFF2-40B4-BE49-F238E27FC236}">
                <a16:creationId xmlns:a16="http://schemas.microsoft.com/office/drawing/2014/main" id="{6720942A-6F38-4B14-8074-312919A9463D}"/>
              </a:ext>
            </a:extLst>
          </p:cNvPr>
          <p:cNvSpPr>
            <a:spLocks noGrp="1"/>
          </p:cNvSpPr>
          <p:nvPr>
            <p:ph type="sldNum" sz="quarter" idx="12"/>
          </p:nvPr>
        </p:nvSpPr>
        <p:spPr/>
        <p:txBody>
          <a:bodyPr/>
          <a:lstStyle/>
          <a:p>
            <a:fld id="{AE839375-43AA-4A5D-B991-4343C4570BCB}" type="slidenum">
              <a:rPr lang="de-DE" smtClean="0"/>
              <a:t>7</a:t>
            </a:fld>
            <a:endParaRPr lang="de-DE"/>
          </a:p>
        </p:txBody>
      </p:sp>
      <p:pic>
        <p:nvPicPr>
          <p:cNvPr id="7" name="Picture 6">
            <a:extLst>
              <a:ext uri="{FF2B5EF4-FFF2-40B4-BE49-F238E27FC236}">
                <a16:creationId xmlns:a16="http://schemas.microsoft.com/office/drawing/2014/main" id="{984F9CCD-1AAA-409E-B0F1-0BD7AEC29506}"/>
              </a:ext>
            </a:extLst>
          </p:cNvPr>
          <p:cNvPicPr>
            <a:picLocks noChangeAspect="1"/>
          </p:cNvPicPr>
          <p:nvPr/>
        </p:nvPicPr>
        <p:blipFill>
          <a:blip r:embed="rId2"/>
          <a:stretch>
            <a:fillRect/>
          </a:stretch>
        </p:blipFill>
        <p:spPr>
          <a:xfrm>
            <a:off x="5424642" y="534319"/>
            <a:ext cx="3269360" cy="3238205"/>
          </a:xfrm>
          <a:prstGeom prst="rect">
            <a:avLst/>
          </a:prstGeom>
        </p:spPr>
      </p:pic>
    </p:spTree>
    <p:extLst>
      <p:ext uri="{BB962C8B-B14F-4D97-AF65-F5344CB8AC3E}">
        <p14:creationId xmlns:p14="http://schemas.microsoft.com/office/powerpoint/2010/main" val="1718724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478F36-07B9-493F-812D-03DC839778B9}"/>
              </a:ext>
            </a:extLst>
          </p:cNvPr>
          <p:cNvSpPr>
            <a:spLocks noGrp="1"/>
          </p:cNvSpPr>
          <p:nvPr>
            <p:ph type="ftr" sz="quarter" idx="10"/>
          </p:nvPr>
        </p:nvSpPr>
        <p:spPr/>
        <p:txBody>
          <a:bodyPr/>
          <a:lstStyle/>
          <a:p>
            <a:endParaRPr lang="de-DE" dirty="0"/>
          </a:p>
        </p:txBody>
      </p:sp>
      <p:sp>
        <p:nvSpPr>
          <p:cNvPr id="5" name="Slide Number Placeholder 4">
            <a:extLst>
              <a:ext uri="{FF2B5EF4-FFF2-40B4-BE49-F238E27FC236}">
                <a16:creationId xmlns:a16="http://schemas.microsoft.com/office/drawing/2014/main" id="{225A8680-D76A-4574-AA9E-3F2FD9078C76}"/>
              </a:ext>
            </a:extLst>
          </p:cNvPr>
          <p:cNvSpPr>
            <a:spLocks noGrp="1"/>
          </p:cNvSpPr>
          <p:nvPr>
            <p:ph type="sldNum" sz="quarter" idx="11"/>
          </p:nvPr>
        </p:nvSpPr>
        <p:spPr/>
        <p:txBody>
          <a:bodyPr/>
          <a:lstStyle/>
          <a:p>
            <a:fld id="{AE839375-43AA-4A5D-B991-4343C4570BCB}" type="slidenum">
              <a:rPr lang="de-DE" smtClean="0"/>
              <a:t>8</a:t>
            </a:fld>
            <a:endParaRPr lang="de-DE"/>
          </a:p>
        </p:txBody>
      </p:sp>
      <p:sp>
        <p:nvSpPr>
          <p:cNvPr id="8" name="Text Placeholder 7">
            <a:extLst>
              <a:ext uri="{FF2B5EF4-FFF2-40B4-BE49-F238E27FC236}">
                <a16:creationId xmlns:a16="http://schemas.microsoft.com/office/drawing/2014/main" id="{0B8DA892-5ED6-48E9-BC9C-D07B74506381}"/>
              </a:ext>
            </a:extLst>
          </p:cNvPr>
          <p:cNvSpPr>
            <a:spLocks noGrp="1"/>
          </p:cNvSpPr>
          <p:nvPr>
            <p:ph type="body" sz="quarter" idx="12"/>
          </p:nvPr>
        </p:nvSpPr>
        <p:spPr/>
        <p:txBody>
          <a:bodyPr/>
          <a:lstStyle/>
          <a:p>
            <a:r>
              <a:rPr lang="en-US" sz="3200" dirty="0"/>
              <a:t>Agenda</a:t>
            </a:r>
            <a:endParaRPr lang="en-IN" sz="3200" dirty="0"/>
          </a:p>
        </p:txBody>
      </p:sp>
      <p:sp>
        <p:nvSpPr>
          <p:cNvPr id="9" name="Text Placeholder 8">
            <a:extLst>
              <a:ext uri="{FF2B5EF4-FFF2-40B4-BE49-F238E27FC236}">
                <a16:creationId xmlns:a16="http://schemas.microsoft.com/office/drawing/2014/main" id="{AF2BDAFA-2E09-4CC1-9F7F-6F045C3D0C90}"/>
              </a:ext>
            </a:extLst>
          </p:cNvPr>
          <p:cNvSpPr>
            <a:spLocks noGrp="1"/>
          </p:cNvSpPr>
          <p:nvPr>
            <p:ph type="body" sz="quarter" idx="13"/>
          </p:nvPr>
        </p:nvSpPr>
        <p:spPr>
          <a:xfrm>
            <a:off x="311172" y="921242"/>
            <a:ext cx="8424000" cy="3111111"/>
          </a:xfrm>
        </p:spPr>
        <p:txBody>
          <a:bodyPr/>
          <a:lstStyle/>
          <a:p>
            <a:pPr marL="342900" indent="-342900">
              <a:buFont typeface="+mj-lt"/>
              <a:buAutoNum type="arabicPeriod"/>
            </a:pPr>
            <a:r>
              <a:rPr lang="en-US" sz="1600" dirty="0">
                <a:solidFill>
                  <a:srgbClr val="1179BF"/>
                </a:solidFill>
              </a:rPr>
              <a:t>Overview</a:t>
            </a:r>
          </a:p>
          <a:p>
            <a:pPr marL="342900" indent="-342900">
              <a:buFont typeface="+mj-lt"/>
              <a:buAutoNum type="arabicPeriod"/>
            </a:pPr>
            <a:r>
              <a:rPr lang="en-US" sz="1600" dirty="0">
                <a:solidFill>
                  <a:srgbClr val="1179BF"/>
                </a:solidFill>
              </a:rPr>
              <a:t>Data and Service Flow  of Crypto Jobs</a:t>
            </a:r>
          </a:p>
          <a:p>
            <a:pPr marL="342900" indent="-342900">
              <a:buFont typeface="+mj-lt"/>
              <a:buAutoNum type="arabicPeriod"/>
            </a:pPr>
            <a:r>
              <a:rPr lang="en-US" sz="1600" dirty="0"/>
              <a:t>Inter-Processor Communication (IPC)</a:t>
            </a:r>
          </a:p>
          <a:p>
            <a:pPr marL="342900" indent="-342900">
              <a:buFont typeface="+mj-lt"/>
              <a:buAutoNum type="arabicPeriod"/>
            </a:pPr>
            <a:r>
              <a:rPr lang="en-US" sz="1600" dirty="0">
                <a:solidFill>
                  <a:srgbClr val="1179BF"/>
                </a:solidFill>
              </a:rPr>
              <a:t>Integration</a:t>
            </a:r>
          </a:p>
          <a:p>
            <a:pPr marL="342900" indent="-342900">
              <a:buFont typeface="+mj-lt"/>
              <a:buAutoNum type="arabicPeriod"/>
            </a:pPr>
            <a:r>
              <a:rPr lang="en-US" sz="1600" dirty="0">
                <a:solidFill>
                  <a:srgbClr val="1179BF"/>
                </a:solidFill>
              </a:rPr>
              <a:t>HSM Memory Regions</a:t>
            </a:r>
          </a:p>
          <a:p>
            <a:pPr marL="342900" indent="-342900">
              <a:buFont typeface="+mj-lt"/>
              <a:buAutoNum type="arabicPeriod"/>
            </a:pPr>
            <a:r>
              <a:rPr lang="en-US" sz="1600" dirty="0">
                <a:solidFill>
                  <a:srgbClr val="1179BF"/>
                </a:solidFill>
              </a:rPr>
              <a:t>HSM UCB Settings</a:t>
            </a:r>
          </a:p>
          <a:p>
            <a:pPr marL="342900" indent="-342900">
              <a:buFont typeface="+mj-lt"/>
              <a:buAutoNum type="arabicPeriod"/>
            </a:pPr>
            <a:r>
              <a:rPr lang="en-US" sz="1600" dirty="0">
                <a:solidFill>
                  <a:srgbClr val="1179BF"/>
                </a:solidFill>
              </a:rPr>
              <a:t>Synchronizing HSM and Application Cores</a:t>
            </a:r>
          </a:p>
          <a:p>
            <a:endParaRPr lang="en-IN" sz="1600" dirty="0"/>
          </a:p>
        </p:txBody>
      </p:sp>
    </p:spTree>
    <p:extLst>
      <p:ext uri="{BB962C8B-B14F-4D97-AF65-F5344CB8AC3E}">
        <p14:creationId xmlns:p14="http://schemas.microsoft.com/office/powerpoint/2010/main" val="1543735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781546-2D03-411A-B80F-7D5651D309D7}"/>
              </a:ext>
            </a:extLst>
          </p:cNvPr>
          <p:cNvSpPr>
            <a:spLocks noGrp="1"/>
          </p:cNvSpPr>
          <p:nvPr>
            <p:ph type="title"/>
          </p:nvPr>
        </p:nvSpPr>
        <p:spPr/>
        <p:txBody>
          <a:bodyPr/>
          <a:lstStyle/>
          <a:p>
            <a:r>
              <a:rPr lang="en-US" dirty="0"/>
              <a:t>HSM Inter-Processor Communication (IPC)</a:t>
            </a:r>
            <a:endParaRPr lang="en-IN" dirty="0"/>
          </a:p>
        </p:txBody>
      </p:sp>
      <p:sp>
        <p:nvSpPr>
          <p:cNvPr id="7" name="Content Placeholder 6">
            <a:extLst>
              <a:ext uri="{FF2B5EF4-FFF2-40B4-BE49-F238E27FC236}">
                <a16:creationId xmlns:a16="http://schemas.microsoft.com/office/drawing/2014/main" id="{D230FA88-8530-47C6-89CE-7EE390B5ACA0}"/>
              </a:ext>
            </a:extLst>
          </p:cNvPr>
          <p:cNvSpPr>
            <a:spLocks noGrp="1"/>
          </p:cNvSpPr>
          <p:nvPr>
            <p:ph idx="1"/>
          </p:nvPr>
        </p:nvSpPr>
        <p:spPr>
          <a:xfrm>
            <a:off x="360364" y="575744"/>
            <a:ext cx="8424000" cy="4056217"/>
          </a:xfrm>
        </p:spPr>
        <p:txBody>
          <a:bodyPr/>
          <a:lstStyle/>
          <a:p>
            <a:pPr marL="171450" indent="-171450">
              <a:buFont typeface="Arial" panose="020B0604020202020204" pitchFamily="34" charset="0"/>
              <a:buChar char="•"/>
            </a:pPr>
            <a:r>
              <a:rPr lang="en-US" dirty="0"/>
              <a:t>HSM uses a software Inter-Processor Communication (IPC) interface for information exchange between application software and </a:t>
            </a:r>
            <a:r>
              <a:rPr lang="en-US" dirty="0" err="1"/>
              <a:t>vHSM</a:t>
            </a: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information, which are written into the IPC are only pointers for Job processing. The actual data will be fetched from the address the pointer refers to.</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Each Host core that is using security services of HSM core requires an IPC instance.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This interface is placed in shared RAM (LMURAM) of microcontroller to which HSM as well as application cores have access.</a:t>
            </a:r>
          </a:p>
          <a:p>
            <a:pPr marL="171450" indent="-171450">
              <a:buFont typeface="Arial" panose="020B0604020202020204" pitchFamily="34" charset="0"/>
              <a:buChar char="•"/>
            </a:pPr>
            <a:endParaRPr lang="en-US" dirty="0"/>
          </a:p>
          <a:p>
            <a:r>
              <a:rPr lang="en-US" dirty="0">
                <a:solidFill>
                  <a:srgbClr val="00ABE7"/>
                </a:solidFill>
              </a:rPr>
              <a:t>Limitations due to AURIX Architecture</a:t>
            </a:r>
          </a:p>
          <a:p>
            <a:pPr marL="171450" indent="-171450">
              <a:buFont typeface="Arial" panose="020B0604020202020204" pitchFamily="34" charset="0"/>
              <a:buChar char="•"/>
            </a:pPr>
            <a:r>
              <a:rPr lang="en-US" dirty="0">
                <a:solidFill>
                  <a:srgbClr val="000000"/>
                </a:solidFill>
              </a:rPr>
              <a:t>All memory access from HSM to application core is cached and there is no cache coherence implemented in the hardware.</a:t>
            </a:r>
          </a:p>
          <a:p>
            <a:endParaRPr lang="en-US" dirty="0">
              <a:solidFill>
                <a:srgbClr val="000000"/>
              </a:solidFill>
            </a:endParaRPr>
          </a:p>
          <a:p>
            <a:pPr marL="171450" indent="-171450">
              <a:buFont typeface="Arial" panose="020B0604020202020204" pitchFamily="34" charset="0"/>
              <a:buChar char="•"/>
            </a:pPr>
            <a:r>
              <a:rPr lang="en-US" dirty="0">
                <a:solidFill>
                  <a:srgbClr val="000000"/>
                </a:solidFill>
              </a:rPr>
              <a:t>While reading host memory from the HSM is possible by invalidating cache lines, but writing through cache would require invalidation which writes back the whole cache line and may corrupt the data (For more details refer Microcontroller User Manual, Section 2.5 and 9.5.1)</a:t>
            </a:r>
          </a:p>
          <a:p>
            <a:pPr marL="171450" indent="-171450">
              <a:buFont typeface="Arial" panose="020B0604020202020204" pitchFamily="34" charset="0"/>
              <a:buChar char="•"/>
            </a:pPr>
            <a:endParaRPr lang="en-US" dirty="0">
              <a:solidFill>
                <a:srgbClr val="000000"/>
              </a:solidFill>
            </a:endParaRPr>
          </a:p>
          <a:p>
            <a:pPr marL="171450" indent="-171450">
              <a:buFont typeface="Arial" panose="020B0604020202020204" pitchFamily="34" charset="0"/>
              <a:buChar char="•"/>
            </a:pPr>
            <a:r>
              <a:rPr lang="en-US" dirty="0">
                <a:solidFill>
                  <a:srgbClr val="000000"/>
                </a:solidFill>
              </a:rPr>
              <a:t>Therefore, for writing there is a </a:t>
            </a:r>
            <a:r>
              <a:rPr lang="en-US" dirty="0">
                <a:solidFill>
                  <a:srgbClr val="1179BF"/>
                </a:solidFill>
              </a:rPr>
              <a:t>single access memory window (F005 0000 ~ F005 FFFF) </a:t>
            </a:r>
            <a:r>
              <a:rPr lang="en-US" dirty="0">
                <a:solidFill>
                  <a:srgbClr val="000000"/>
                </a:solidFill>
              </a:rPr>
              <a:t>which bypasses the cache.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endParaRPr lang="en-US" dirty="0">
              <a:solidFill>
                <a:srgbClr val="00ABE7"/>
              </a:solidFill>
            </a:endParaRP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IN" dirty="0"/>
          </a:p>
        </p:txBody>
      </p:sp>
      <p:sp>
        <p:nvSpPr>
          <p:cNvPr id="2" name="Footer Placeholder 1">
            <a:extLst>
              <a:ext uri="{FF2B5EF4-FFF2-40B4-BE49-F238E27FC236}">
                <a16:creationId xmlns:a16="http://schemas.microsoft.com/office/drawing/2014/main" id="{CF894C1F-45BC-4B86-BB16-9940B2091B93}"/>
              </a:ext>
            </a:extLst>
          </p:cNvPr>
          <p:cNvSpPr>
            <a:spLocks noGrp="1"/>
          </p:cNvSpPr>
          <p:nvPr>
            <p:ph type="ftr" sz="quarter" idx="11"/>
          </p:nvPr>
        </p:nvSpPr>
        <p:spPr/>
        <p:txBody>
          <a:bodyPr/>
          <a:lstStyle/>
          <a:p>
            <a:pPr>
              <a:lnSpc>
                <a:spcPts val="800"/>
              </a:lnSpc>
            </a:pPr>
            <a:endParaRPr lang="en-IN" dirty="0">
              <a:solidFill>
                <a:srgbClr val="FFFFFF"/>
              </a:solidFill>
            </a:endParaRPr>
          </a:p>
        </p:txBody>
      </p:sp>
      <p:sp>
        <p:nvSpPr>
          <p:cNvPr id="3" name="Slide Number Placeholder 2">
            <a:extLst>
              <a:ext uri="{FF2B5EF4-FFF2-40B4-BE49-F238E27FC236}">
                <a16:creationId xmlns:a16="http://schemas.microsoft.com/office/drawing/2014/main" id="{B3A9AD69-EACC-429B-A433-92A635D3B7AF}"/>
              </a:ext>
            </a:extLst>
          </p:cNvPr>
          <p:cNvSpPr>
            <a:spLocks noGrp="1"/>
          </p:cNvSpPr>
          <p:nvPr>
            <p:ph type="sldNum" sz="quarter" idx="12"/>
          </p:nvPr>
        </p:nvSpPr>
        <p:spPr/>
        <p:txBody>
          <a:bodyPr/>
          <a:lstStyle/>
          <a:p>
            <a:pPr algn="r">
              <a:lnSpc>
                <a:spcPts val="800"/>
              </a:lnSpc>
            </a:pPr>
            <a:fld id="{D985BC7C-F6A2-4FED-9217-735A5E10A319}" type="slidenum">
              <a:rPr lang="en-IN" smtClean="0">
                <a:solidFill>
                  <a:srgbClr val="FFFFFF"/>
                </a:solidFill>
              </a:rPr>
              <a:pPr algn="r">
                <a:lnSpc>
                  <a:spcPts val="800"/>
                </a:lnSpc>
              </a:pPr>
              <a:t>9</a:t>
            </a:fld>
            <a:endParaRPr lang="en-IN" dirty="0">
              <a:solidFill>
                <a:srgbClr val="FFFFFF"/>
              </a:solidFill>
            </a:endParaRPr>
          </a:p>
        </p:txBody>
      </p:sp>
      <p:pic>
        <p:nvPicPr>
          <p:cNvPr id="5" name="Picture 4">
            <a:extLst>
              <a:ext uri="{FF2B5EF4-FFF2-40B4-BE49-F238E27FC236}">
                <a16:creationId xmlns:a16="http://schemas.microsoft.com/office/drawing/2014/main" id="{27632366-FF71-49DD-BA33-19BAD4677469}"/>
              </a:ext>
            </a:extLst>
          </p:cNvPr>
          <p:cNvPicPr>
            <a:picLocks noChangeAspect="1"/>
          </p:cNvPicPr>
          <p:nvPr/>
        </p:nvPicPr>
        <p:blipFill>
          <a:blip r:embed="rId2"/>
          <a:stretch>
            <a:fillRect/>
          </a:stretch>
        </p:blipFill>
        <p:spPr>
          <a:xfrm>
            <a:off x="6720224" y="1573968"/>
            <a:ext cx="1973777" cy="549096"/>
          </a:xfrm>
          <a:prstGeom prst="rect">
            <a:avLst/>
          </a:prstGeom>
          <a:ln>
            <a:solidFill>
              <a:schemeClr val="accent1"/>
            </a:solidFill>
          </a:ln>
        </p:spPr>
      </p:pic>
    </p:spTree>
    <p:extLst>
      <p:ext uri="{BB962C8B-B14F-4D97-AF65-F5344CB8AC3E}">
        <p14:creationId xmlns:p14="http://schemas.microsoft.com/office/powerpoint/2010/main" val="3569131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781546-2D03-411A-B80F-7D5651D309D7}"/>
              </a:ext>
            </a:extLst>
          </p:cNvPr>
          <p:cNvSpPr>
            <a:spLocks noGrp="1"/>
          </p:cNvSpPr>
          <p:nvPr>
            <p:ph type="title"/>
          </p:nvPr>
        </p:nvSpPr>
        <p:spPr/>
        <p:txBody>
          <a:bodyPr/>
          <a:lstStyle/>
          <a:p>
            <a:r>
              <a:rPr lang="en-US" dirty="0"/>
              <a:t>HSM Inter-Processor Communication (IPC) …</a:t>
            </a:r>
            <a:r>
              <a:rPr lang="en-US" dirty="0" err="1"/>
              <a:t>contd</a:t>
            </a:r>
            <a:endParaRPr lang="en-IN" dirty="0"/>
          </a:p>
        </p:txBody>
      </p:sp>
      <p:sp>
        <p:nvSpPr>
          <p:cNvPr id="7" name="Content Placeholder 6">
            <a:extLst>
              <a:ext uri="{FF2B5EF4-FFF2-40B4-BE49-F238E27FC236}">
                <a16:creationId xmlns:a16="http://schemas.microsoft.com/office/drawing/2014/main" id="{D230FA88-8530-47C6-89CE-7EE390B5ACA0}"/>
              </a:ext>
            </a:extLst>
          </p:cNvPr>
          <p:cNvSpPr>
            <a:spLocks noGrp="1"/>
          </p:cNvSpPr>
          <p:nvPr>
            <p:ph idx="1"/>
          </p:nvPr>
        </p:nvSpPr>
        <p:spPr>
          <a:xfrm>
            <a:off x="359636" y="527535"/>
            <a:ext cx="8424000" cy="3921305"/>
          </a:xfrm>
        </p:spPr>
        <p:txBody>
          <a:bodyPr/>
          <a:lstStyle/>
          <a:p>
            <a:pPr marL="171450" indent="-171450">
              <a:buFont typeface="Arial" panose="020B0604020202020204" pitchFamily="34" charset="0"/>
              <a:buChar char="•"/>
            </a:pPr>
            <a:endParaRPr lang="en-US" dirty="0">
              <a:solidFill>
                <a:srgbClr val="000000"/>
              </a:solidFill>
            </a:endParaRPr>
          </a:p>
          <a:p>
            <a:r>
              <a:rPr lang="en-US" dirty="0">
                <a:solidFill>
                  <a:srgbClr val="00ABE7"/>
                </a:solidFill>
              </a:rPr>
              <a:t>Application side requirements:</a:t>
            </a:r>
          </a:p>
          <a:p>
            <a:pPr marL="171450" indent="-171450">
              <a:buFont typeface="Arial" panose="020B0604020202020204" pitchFamily="34" charset="0"/>
              <a:buChar char="•"/>
            </a:pPr>
            <a:r>
              <a:rPr lang="en-US" dirty="0">
                <a:solidFill>
                  <a:srgbClr val="000000"/>
                </a:solidFill>
              </a:rPr>
              <a:t>There are two linker sections which are important to HSM communication and must be taken special care of</a:t>
            </a:r>
          </a:p>
          <a:p>
            <a:pPr marL="171450" indent="-171450">
              <a:buFont typeface="Arial" panose="020B0604020202020204" pitchFamily="34" charset="0"/>
              <a:buChar char="•"/>
            </a:pPr>
            <a:endParaRPr lang="en-US" dirty="0">
              <a:solidFill>
                <a:srgbClr val="1179BF"/>
              </a:solidFill>
            </a:endParaRPr>
          </a:p>
          <a:p>
            <a:pPr marL="228600" indent="-228600">
              <a:buFont typeface="+mj-lt"/>
              <a:buAutoNum type="arabicPeriod"/>
            </a:pPr>
            <a:r>
              <a:rPr lang="en-US" dirty="0" err="1">
                <a:solidFill>
                  <a:srgbClr val="1179BF"/>
                </a:solidFill>
              </a:rPr>
              <a:t>vHsmIpcMemory</a:t>
            </a:r>
            <a:r>
              <a:rPr lang="en-US" dirty="0">
                <a:solidFill>
                  <a:srgbClr val="000000"/>
                </a:solidFill>
              </a:rPr>
              <a:t> locates the IPC in the ram to communicate</a:t>
            </a:r>
            <a:endParaRPr lang="en-US" dirty="0">
              <a:solidFill>
                <a:srgbClr val="1179BF"/>
              </a:solidFill>
            </a:endParaRPr>
          </a:p>
          <a:p>
            <a:pPr marL="228600" indent="-228600">
              <a:buFont typeface="+mj-lt"/>
              <a:buAutoNum type="arabicPeriod"/>
            </a:pPr>
            <a:r>
              <a:rPr lang="en-US" dirty="0" err="1">
                <a:solidFill>
                  <a:srgbClr val="1179BF"/>
                </a:solidFill>
              </a:rPr>
              <a:t>vHsmGlobalRamBuffer</a:t>
            </a:r>
            <a:r>
              <a:rPr lang="en-US" dirty="0">
                <a:solidFill>
                  <a:srgbClr val="000000"/>
                </a:solidFill>
              </a:rPr>
              <a:t> for exchanging data where the HSM has no read or write permission.</a:t>
            </a:r>
          </a:p>
          <a:p>
            <a:pPr marL="228600" indent="-228600">
              <a:buFont typeface="+mj-lt"/>
              <a:buAutoNum type="arabicPeriod"/>
            </a:pPr>
            <a:endParaRPr lang="en-US" dirty="0">
              <a:solidFill>
                <a:srgbClr val="000000"/>
              </a:solidFill>
            </a:endParaRPr>
          </a:p>
          <a:p>
            <a:pPr marL="171450" indent="-171450">
              <a:buFont typeface="Arial" panose="020B0604020202020204" pitchFamily="34" charset="0"/>
              <a:buChar char="•"/>
            </a:pPr>
            <a:r>
              <a:rPr lang="en-US" dirty="0">
                <a:solidFill>
                  <a:srgbClr val="000000"/>
                </a:solidFill>
              </a:rPr>
              <a:t>These sections must be accessed by the HSM. Therefore, they must be mapped to a 64KB (due to limit of LMURAM) range so that HSM can configure the access memory window to write to these sections at the same time.</a:t>
            </a:r>
          </a:p>
          <a:p>
            <a:pPr marL="171450" indent="-171450">
              <a:buFont typeface="Arial" panose="020B0604020202020204" pitchFamily="34" charset="0"/>
              <a:buChar char="•"/>
            </a:pPr>
            <a:endParaRPr lang="en-US" dirty="0">
              <a:solidFill>
                <a:srgbClr val="000000"/>
              </a:solidFill>
            </a:endParaRPr>
          </a:p>
          <a:p>
            <a:r>
              <a:rPr lang="en-US" dirty="0">
                <a:solidFill>
                  <a:srgbClr val="00ABE7"/>
                </a:solidFill>
              </a:rPr>
              <a:t>Example of Linker Changes required:</a:t>
            </a:r>
          </a:p>
          <a:p>
            <a:endParaRPr lang="en-US" dirty="0">
              <a:solidFill>
                <a:srgbClr val="000000"/>
              </a:solidFill>
            </a:endParaRPr>
          </a:p>
          <a:p>
            <a:endParaRPr lang="en-US" dirty="0">
              <a:solidFill>
                <a:srgbClr val="000000"/>
              </a:solidFill>
            </a:endParaRPr>
          </a:p>
          <a:p>
            <a:endParaRPr lang="en-US" dirty="0">
              <a:solidFill>
                <a:srgbClr val="00ABE7"/>
              </a:solidFill>
            </a:endParaRPr>
          </a:p>
          <a:p>
            <a:pPr marL="171450" indent="-171450">
              <a:buFont typeface="Arial" panose="020B0604020202020204" pitchFamily="34" charset="0"/>
              <a:buChar char="•"/>
            </a:pPr>
            <a:endParaRPr lang="en-US" dirty="0"/>
          </a:p>
          <a:p>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IN" dirty="0"/>
          </a:p>
        </p:txBody>
      </p:sp>
      <p:sp>
        <p:nvSpPr>
          <p:cNvPr id="2" name="Footer Placeholder 1">
            <a:extLst>
              <a:ext uri="{FF2B5EF4-FFF2-40B4-BE49-F238E27FC236}">
                <a16:creationId xmlns:a16="http://schemas.microsoft.com/office/drawing/2014/main" id="{CF894C1F-45BC-4B86-BB16-9940B2091B93}"/>
              </a:ext>
            </a:extLst>
          </p:cNvPr>
          <p:cNvSpPr>
            <a:spLocks noGrp="1"/>
          </p:cNvSpPr>
          <p:nvPr>
            <p:ph type="ftr" sz="quarter" idx="11"/>
          </p:nvPr>
        </p:nvSpPr>
        <p:spPr/>
        <p:txBody>
          <a:bodyPr/>
          <a:lstStyle/>
          <a:p>
            <a:pPr>
              <a:lnSpc>
                <a:spcPts val="800"/>
              </a:lnSpc>
            </a:pPr>
            <a:endParaRPr lang="en-IN" dirty="0">
              <a:solidFill>
                <a:srgbClr val="FFFFFF"/>
              </a:solidFill>
            </a:endParaRPr>
          </a:p>
        </p:txBody>
      </p:sp>
      <p:sp>
        <p:nvSpPr>
          <p:cNvPr id="3" name="Slide Number Placeholder 2">
            <a:extLst>
              <a:ext uri="{FF2B5EF4-FFF2-40B4-BE49-F238E27FC236}">
                <a16:creationId xmlns:a16="http://schemas.microsoft.com/office/drawing/2014/main" id="{B3A9AD69-EACC-429B-A433-92A635D3B7AF}"/>
              </a:ext>
            </a:extLst>
          </p:cNvPr>
          <p:cNvSpPr>
            <a:spLocks noGrp="1"/>
          </p:cNvSpPr>
          <p:nvPr>
            <p:ph type="sldNum" sz="quarter" idx="12"/>
          </p:nvPr>
        </p:nvSpPr>
        <p:spPr/>
        <p:txBody>
          <a:bodyPr/>
          <a:lstStyle/>
          <a:p>
            <a:pPr algn="r">
              <a:lnSpc>
                <a:spcPts val="800"/>
              </a:lnSpc>
            </a:pPr>
            <a:fld id="{D985BC7C-F6A2-4FED-9217-735A5E10A319}" type="slidenum">
              <a:rPr lang="en-IN" smtClean="0">
                <a:solidFill>
                  <a:srgbClr val="FFFFFF"/>
                </a:solidFill>
              </a:rPr>
              <a:pPr algn="r">
                <a:lnSpc>
                  <a:spcPts val="800"/>
                </a:lnSpc>
              </a:pPr>
              <a:t>10</a:t>
            </a:fld>
            <a:endParaRPr lang="en-IN" dirty="0">
              <a:solidFill>
                <a:srgbClr val="FFFFFF"/>
              </a:solidFill>
            </a:endParaRPr>
          </a:p>
        </p:txBody>
      </p:sp>
      <p:pic>
        <p:nvPicPr>
          <p:cNvPr id="9" name="Picture 8">
            <a:extLst>
              <a:ext uri="{FF2B5EF4-FFF2-40B4-BE49-F238E27FC236}">
                <a16:creationId xmlns:a16="http://schemas.microsoft.com/office/drawing/2014/main" id="{FD705CF5-2087-47EA-934E-F1084A8CB1F9}"/>
              </a:ext>
            </a:extLst>
          </p:cNvPr>
          <p:cNvPicPr>
            <a:picLocks noChangeAspect="1"/>
          </p:cNvPicPr>
          <p:nvPr/>
        </p:nvPicPr>
        <p:blipFill>
          <a:blip r:embed="rId2"/>
          <a:stretch>
            <a:fillRect/>
          </a:stretch>
        </p:blipFill>
        <p:spPr>
          <a:xfrm>
            <a:off x="358909" y="2972440"/>
            <a:ext cx="4094306" cy="1568970"/>
          </a:xfrm>
          <a:prstGeom prst="rect">
            <a:avLst/>
          </a:prstGeom>
          <a:ln>
            <a:solidFill>
              <a:schemeClr val="accent1"/>
            </a:solidFill>
          </a:ln>
        </p:spPr>
      </p:pic>
      <p:sp>
        <p:nvSpPr>
          <p:cNvPr id="10" name="TextBox 9">
            <a:extLst>
              <a:ext uri="{FF2B5EF4-FFF2-40B4-BE49-F238E27FC236}">
                <a16:creationId xmlns:a16="http://schemas.microsoft.com/office/drawing/2014/main" id="{F9A4F8CF-7948-40BF-B5E6-511702786CD1}"/>
              </a:ext>
            </a:extLst>
          </p:cNvPr>
          <p:cNvSpPr txBox="1"/>
          <p:nvPr/>
        </p:nvSpPr>
        <p:spPr>
          <a:xfrm>
            <a:off x="4676931" y="2793167"/>
            <a:ext cx="4094306" cy="1477328"/>
          </a:xfrm>
          <a:prstGeom prst="rect">
            <a:avLst/>
          </a:prstGeom>
          <a:noFill/>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sz="1200" b="0" i="0" u="none" strike="noStrike" kern="0" cap="none" spc="0" normalizeH="0" baseline="0" noProof="0" dirty="0">
                <a:ln>
                  <a:noFill/>
                </a:ln>
                <a:solidFill>
                  <a:srgbClr val="FF0000"/>
                </a:solidFill>
                <a:effectLst/>
                <a:uLnTx/>
                <a:uFillTx/>
              </a:rPr>
              <a:t>Important to know:</a:t>
            </a:r>
          </a:p>
          <a:p>
            <a:pPr marL="171450" marR="0" indent="-171450" defTabSz="914400" eaLnBrk="1" fontAlgn="base" latinLnBrk="0" hangingPunct="1">
              <a:lnSpc>
                <a:spcPct val="100000"/>
              </a:lnSpc>
              <a:spcBef>
                <a:spcPts val="0"/>
              </a:spcBef>
              <a:spcAft>
                <a:spcPct val="0"/>
              </a:spcAft>
              <a:buClrTx/>
              <a:buSzTx/>
              <a:buFont typeface="Wingdings" panose="05000000000000000000" pitchFamily="2" charset="2"/>
              <a:buChar char="Ø"/>
              <a:tabLst/>
            </a:pPr>
            <a:r>
              <a:rPr lang="en-US" sz="1200" kern="0" dirty="0">
                <a:solidFill>
                  <a:srgbClr val="000000"/>
                </a:solidFill>
              </a:rPr>
              <a:t>Any read pointer provided to </a:t>
            </a:r>
            <a:r>
              <a:rPr lang="en-US" sz="1200" kern="0" dirty="0" err="1">
                <a:solidFill>
                  <a:srgbClr val="000000"/>
                </a:solidFill>
              </a:rPr>
              <a:t>vHsm</a:t>
            </a:r>
            <a:r>
              <a:rPr lang="en-US" sz="1200" kern="0" dirty="0">
                <a:solidFill>
                  <a:srgbClr val="000000"/>
                </a:solidFill>
              </a:rPr>
              <a:t> via a job will not be modified and data is ready directly from Cache</a:t>
            </a:r>
          </a:p>
          <a:p>
            <a:pPr marL="171450" marR="0" indent="-171450" defTabSz="914400" eaLnBrk="1" fontAlgn="base" latinLnBrk="0" hangingPunct="1">
              <a:lnSpc>
                <a:spcPct val="100000"/>
              </a:lnSpc>
              <a:spcBef>
                <a:spcPts val="0"/>
              </a:spcBef>
              <a:spcAft>
                <a:spcPct val="0"/>
              </a:spcAft>
              <a:buClrTx/>
              <a:buSzTx/>
              <a:buFont typeface="Wingdings" panose="05000000000000000000" pitchFamily="2" charset="2"/>
              <a:buChar char="Ø"/>
              <a:tabLst/>
            </a:pPr>
            <a:endParaRPr lang="en-US" sz="1200" kern="0" dirty="0">
              <a:solidFill>
                <a:srgbClr val="000000"/>
              </a:solidFill>
            </a:endParaRPr>
          </a:p>
          <a:p>
            <a:pPr marL="171450" marR="0" indent="-171450" defTabSz="914400" eaLnBrk="1" fontAlgn="base" latinLnBrk="0" hangingPunct="1">
              <a:lnSpc>
                <a:spcPct val="100000"/>
              </a:lnSpc>
              <a:spcBef>
                <a:spcPts val="0"/>
              </a:spcBef>
              <a:spcAft>
                <a:spcPct val="0"/>
              </a:spcAft>
              <a:buClrTx/>
              <a:buSzTx/>
              <a:buFont typeface="Wingdings" panose="05000000000000000000" pitchFamily="2" charset="2"/>
              <a:buChar char="Ø"/>
              <a:tabLst/>
            </a:pPr>
            <a:r>
              <a:rPr kumimoji="0" lang="en-US" sz="1200" b="0" i="0" u="none" strike="noStrike" kern="0" cap="none" spc="0" normalizeH="0" baseline="0" noProof="0" dirty="0">
                <a:ln>
                  <a:noFill/>
                </a:ln>
                <a:solidFill>
                  <a:srgbClr val="000000"/>
                </a:solidFill>
                <a:effectLst/>
                <a:uLnTx/>
                <a:uFillTx/>
              </a:rPr>
              <a:t>Any write pointer, will be rewritten by the </a:t>
            </a:r>
            <a:r>
              <a:rPr kumimoji="0" lang="en-US" sz="1200" b="0" i="0" u="none" strike="noStrike" kern="0" cap="none" spc="0" normalizeH="0" baseline="0" noProof="0" dirty="0" err="1">
                <a:ln>
                  <a:noFill/>
                </a:ln>
                <a:solidFill>
                  <a:srgbClr val="000000"/>
                </a:solidFill>
                <a:effectLst/>
                <a:uLnTx/>
                <a:uFillTx/>
              </a:rPr>
              <a:t>vHsm</a:t>
            </a:r>
            <a:r>
              <a:rPr kumimoji="0" lang="en-US" sz="1200" b="0" i="0" u="none" strike="noStrike" kern="0" cap="none" spc="0" normalizeH="0" baseline="0" noProof="0" dirty="0">
                <a:ln>
                  <a:noFill/>
                </a:ln>
                <a:solidFill>
                  <a:srgbClr val="000000"/>
                </a:solidFill>
                <a:effectLst/>
                <a:uLnTx/>
                <a:uFillTx/>
              </a:rPr>
              <a:t> so that the upper 16 bits of the address are 0xF005. This means that any write </a:t>
            </a:r>
            <a:r>
              <a:rPr lang="en-US" sz="1200" kern="0" dirty="0">
                <a:solidFill>
                  <a:srgbClr val="000000"/>
                </a:solidFill>
              </a:rPr>
              <a:t>access is done through the Single Access Window</a:t>
            </a:r>
            <a:endParaRPr kumimoji="0" lang="en-IN" sz="12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590968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781546-2D03-411A-B80F-7D5651D309D7}"/>
              </a:ext>
            </a:extLst>
          </p:cNvPr>
          <p:cNvSpPr>
            <a:spLocks noGrp="1"/>
          </p:cNvSpPr>
          <p:nvPr>
            <p:ph type="title"/>
          </p:nvPr>
        </p:nvSpPr>
        <p:spPr/>
        <p:txBody>
          <a:bodyPr/>
          <a:lstStyle/>
          <a:p>
            <a:r>
              <a:rPr lang="en-US" dirty="0"/>
              <a:t>HSM Inter-Processor Communication (IPC) …</a:t>
            </a:r>
            <a:r>
              <a:rPr lang="en-US" dirty="0" err="1"/>
              <a:t>contd</a:t>
            </a:r>
            <a:endParaRPr lang="en-IN" dirty="0"/>
          </a:p>
        </p:txBody>
      </p:sp>
      <p:sp>
        <p:nvSpPr>
          <p:cNvPr id="7" name="Content Placeholder 6">
            <a:extLst>
              <a:ext uri="{FF2B5EF4-FFF2-40B4-BE49-F238E27FC236}">
                <a16:creationId xmlns:a16="http://schemas.microsoft.com/office/drawing/2014/main" id="{D230FA88-8530-47C6-89CE-7EE390B5ACA0}"/>
              </a:ext>
            </a:extLst>
          </p:cNvPr>
          <p:cNvSpPr>
            <a:spLocks noGrp="1"/>
          </p:cNvSpPr>
          <p:nvPr>
            <p:ph idx="1"/>
          </p:nvPr>
        </p:nvSpPr>
        <p:spPr>
          <a:xfrm>
            <a:off x="359636" y="527535"/>
            <a:ext cx="8424000" cy="3921305"/>
          </a:xfrm>
        </p:spPr>
        <p:txBody>
          <a:bodyPr/>
          <a:lstStyle/>
          <a:p>
            <a:r>
              <a:rPr lang="en-US" dirty="0">
                <a:solidFill>
                  <a:srgbClr val="00ABE7"/>
                </a:solidFill>
              </a:rPr>
              <a:t>HSM side requirements:</a:t>
            </a:r>
          </a:p>
          <a:p>
            <a:pPr marL="171450" indent="-171450">
              <a:buFont typeface="Arial" panose="020B0604020202020204" pitchFamily="34" charset="0"/>
              <a:buChar char="•"/>
            </a:pPr>
            <a:r>
              <a:rPr lang="en-US" dirty="0" err="1">
                <a:solidFill>
                  <a:srgbClr val="000000"/>
                </a:solidFill>
              </a:rPr>
              <a:t>vHsm</a:t>
            </a:r>
            <a:r>
              <a:rPr lang="en-US" dirty="0">
                <a:solidFill>
                  <a:srgbClr val="000000"/>
                </a:solidFill>
              </a:rPr>
              <a:t> firmware needs to know where the application places the </a:t>
            </a:r>
            <a:r>
              <a:rPr lang="en-US" dirty="0" err="1">
                <a:solidFill>
                  <a:srgbClr val="000000"/>
                </a:solidFill>
              </a:rPr>
              <a:t>vHsmIpcMemory</a:t>
            </a:r>
            <a:r>
              <a:rPr lang="en-US" dirty="0">
                <a:solidFill>
                  <a:srgbClr val="000000"/>
                </a:solidFill>
              </a:rPr>
              <a:t> section.</a:t>
            </a:r>
          </a:p>
          <a:p>
            <a:endParaRPr lang="en-US" dirty="0">
              <a:solidFill>
                <a:srgbClr val="000000"/>
              </a:solidFill>
            </a:endParaRPr>
          </a:p>
          <a:p>
            <a:endParaRPr lang="en-US" dirty="0">
              <a:solidFill>
                <a:srgbClr val="00ABE7"/>
              </a:solidFill>
            </a:endParaRPr>
          </a:p>
          <a:p>
            <a:endParaRPr lang="en-US" dirty="0">
              <a:solidFill>
                <a:srgbClr val="00ABE7"/>
              </a:solidFill>
            </a:endParaRPr>
          </a:p>
          <a:p>
            <a:endParaRPr lang="en-US" dirty="0">
              <a:solidFill>
                <a:srgbClr val="000000"/>
              </a:solidFill>
            </a:endParaRPr>
          </a:p>
          <a:p>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err="1"/>
              <a:t>vHsm</a:t>
            </a:r>
            <a:r>
              <a:rPr lang="en-US" dirty="0"/>
              <a:t> firmware must know which memory areas it can access. Ensure, areas are set to R/W which meet one of the following conditions</a:t>
            </a:r>
          </a:p>
          <a:p>
            <a:pPr marL="444600" lvl="1" indent="-228600">
              <a:buFont typeface="+mj-lt"/>
              <a:buAutoNum type="arabicPeriod"/>
            </a:pPr>
            <a:r>
              <a:rPr lang="en-US" dirty="0"/>
              <a:t>Area is 0xF0050000 ~ 0xF005FFFF (Single access memory window)</a:t>
            </a:r>
          </a:p>
          <a:p>
            <a:pPr marL="444600" lvl="1" indent="-228600">
              <a:buFont typeface="+mj-lt"/>
              <a:buAutoNum type="arabicPeriod"/>
            </a:pPr>
            <a:r>
              <a:rPr lang="en-US" dirty="0"/>
              <a:t>Area start with the IPC-Address and is not bigger than 64Kb (in our case, it is 0x9000000)</a:t>
            </a:r>
          </a:p>
          <a:p>
            <a:endParaRPr lang="en-IN" dirty="0"/>
          </a:p>
        </p:txBody>
      </p:sp>
      <p:sp>
        <p:nvSpPr>
          <p:cNvPr id="2" name="Footer Placeholder 1">
            <a:extLst>
              <a:ext uri="{FF2B5EF4-FFF2-40B4-BE49-F238E27FC236}">
                <a16:creationId xmlns:a16="http://schemas.microsoft.com/office/drawing/2014/main" id="{CF894C1F-45BC-4B86-BB16-9940B2091B93}"/>
              </a:ext>
            </a:extLst>
          </p:cNvPr>
          <p:cNvSpPr>
            <a:spLocks noGrp="1"/>
          </p:cNvSpPr>
          <p:nvPr>
            <p:ph type="ftr" sz="quarter" idx="11"/>
          </p:nvPr>
        </p:nvSpPr>
        <p:spPr/>
        <p:txBody>
          <a:bodyPr/>
          <a:lstStyle/>
          <a:p>
            <a:pPr>
              <a:lnSpc>
                <a:spcPts val="800"/>
              </a:lnSpc>
            </a:pPr>
            <a:endParaRPr lang="en-IN" dirty="0">
              <a:solidFill>
                <a:srgbClr val="FFFFFF"/>
              </a:solidFill>
            </a:endParaRPr>
          </a:p>
        </p:txBody>
      </p:sp>
      <p:sp>
        <p:nvSpPr>
          <p:cNvPr id="3" name="Slide Number Placeholder 2">
            <a:extLst>
              <a:ext uri="{FF2B5EF4-FFF2-40B4-BE49-F238E27FC236}">
                <a16:creationId xmlns:a16="http://schemas.microsoft.com/office/drawing/2014/main" id="{B3A9AD69-EACC-429B-A433-92A635D3B7AF}"/>
              </a:ext>
            </a:extLst>
          </p:cNvPr>
          <p:cNvSpPr>
            <a:spLocks noGrp="1"/>
          </p:cNvSpPr>
          <p:nvPr>
            <p:ph type="sldNum" sz="quarter" idx="12"/>
          </p:nvPr>
        </p:nvSpPr>
        <p:spPr/>
        <p:txBody>
          <a:bodyPr/>
          <a:lstStyle/>
          <a:p>
            <a:pPr algn="r">
              <a:lnSpc>
                <a:spcPts val="800"/>
              </a:lnSpc>
            </a:pPr>
            <a:fld id="{D985BC7C-F6A2-4FED-9217-735A5E10A319}" type="slidenum">
              <a:rPr lang="en-IN" smtClean="0">
                <a:solidFill>
                  <a:srgbClr val="FFFFFF"/>
                </a:solidFill>
              </a:rPr>
              <a:pPr algn="r">
                <a:lnSpc>
                  <a:spcPts val="800"/>
                </a:lnSpc>
              </a:pPr>
              <a:t>11</a:t>
            </a:fld>
            <a:endParaRPr lang="en-IN" dirty="0">
              <a:solidFill>
                <a:srgbClr val="FFFFFF"/>
              </a:solidFill>
            </a:endParaRPr>
          </a:p>
        </p:txBody>
      </p:sp>
      <p:pic>
        <p:nvPicPr>
          <p:cNvPr id="5" name="Picture 4">
            <a:extLst>
              <a:ext uri="{FF2B5EF4-FFF2-40B4-BE49-F238E27FC236}">
                <a16:creationId xmlns:a16="http://schemas.microsoft.com/office/drawing/2014/main" id="{64A2F705-14FA-4464-BB75-257DF944F52B}"/>
              </a:ext>
            </a:extLst>
          </p:cNvPr>
          <p:cNvPicPr>
            <a:picLocks noChangeAspect="1"/>
          </p:cNvPicPr>
          <p:nvPr/>
        </p:nvPicPr>
        <p:blipFill>
          <a:blip r:embed="rId2"/>
          <a:stretch>
            <a:fillRect/>
          </a:stretch>
        </p:blipFill>
        <p:spPr>
          <a:xfrm>
            <a:off x="524656" y="976458"/>
            <a:ext cx="5323330" cy="1027227"/>
          </a:xfrm>
          <a:prstGeom prst="rect">
            <a:avLst/>
          </a:prstGeom>
          <a:ln>
            <a:solidFill>
              <a:schemeClr val="accent1"/>
            </a:solidFill>
          </a:ln>
        </p:spPr>
      </p:pic>
      <p:pic>
        <p:nvPicPr>
          <p:cNvPr id="9" name="Picture 8">
            <a:extLst>
              <a:ext uri="{FF2B5EF4-FFF2-40B4-BE49-F238E27FC236}">
                <a16:creationId xmlns:a16="http://schemas.microsoft.com/office/drawing/2014/main" id="{C1391842-09EB-45CE-B5B9-857D4B406244}"/>
              </a:ext>
            </a:extLst>
          </p:cNvPr>
          <p:cNvPicPr>
            <a:picLocks noChangeAspect="1"/>
          </p:cNvPicPr>
          <p:nvPr/>
        </p:nvPicPr>
        <p:blipFill>
          <a:blip r:embed="rId3"/>
          <a:stretch>
            <a:fillRect/>
          </a:stretch>
        </p:blipFill>
        <p:spPr>
          <a:xfrm>
            <a:off x="524655" y="3199199"/>
            <a:ext cx="4196403" cy="913103"/>
          </a:xfrm>
          <a:prstGeom prst="rect">
            <a:avLst/>
          </a:prstGeom>
          <a:ln>
            <a:solidFill>
              <a:schemeClr val="accent1"/>
            </a:solidFill>
          </a:ln>
        </p:spPr>
      </p:pic>
      <p:pic>
        <p:nvPicPr>
          <p:cNvPr id="11" name="Picture 10">
            <a:extLst>
              <a:ext uri="{FF2B5EF4-FFF2-40B4-BE49-F238E27FC236}">
                <a16:creationId xmlns:a16="http://schemas.microsoft.com/office/drawing/2014/main" id="{767579D6-A33A-4B5C-815F-A03B437E90C9}"/>
              </a:ext>
            </a:extLst>
          </p:cNvPr>
          <p:cNvPicPr>
            <a:picLocks noChangeAspect="1"/>
          </p:cNvPicPr>
          <p:nvPr/>
        </p:nvPicPr>
        <p:blipFill>
          <a:blip r:embed="rId4"/>
          <a:stretch>
            <a:fillRect/>
          </a:stretch>
        </p:blipFill>
        <p:spPr>
          <a:xfrm>
            <a:off x="4761876" y="3199199"/>
            <a:ext cx="4333569" cy="913103"/>
          </a:xfrm>
          <a:prstGeom prst="rect">
            <a:avLst/>
          </a:prstGeom>
          <a:ln>
            <a:solidFill>
              <a:schemeClr val="accent1"/>
            </a:solidFill>
          </a:ln>
        </p:spPr>
      </p:pic>
    </p:spTree>
    <p:extLst>
      <p:ext uri="{BB962C8B-B14F-4D97-AF65-F5344CB8AC3E}">
        <p14:creationId xmlns:p14="http://schemas.microsoft.com/office/powerpoint/2010/main" val="2412572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478F36-07B9-493F-812D-03DC839778B9}"/>
              </a:ext>
            </a:extLst>
          </p:cNvPr>
          <p:cNvSpPr>
            <a:spLocks noGrp="1"/>
          </p:cNvSpPr>
          <p:nvPr>
            <p:ph type="ftr" sz="quarter" idx="10"/>
          </p:nvPr>
        </p:nvSpPr>
        <p:spPr/>
        <p:txBody>
          <a:bodyPr/>
          <a:lstStyle/>
          <a:p>
            <a:endParaRPr lang="de-DE" dirty="0"/>
          </a:p>
        </p:txBody>
      </p:sp>
      <p:sp>
        <p:nvSpPr>
          <p:cNvPr id="5" name="Slide Number Placeholder 4">
            <a:extLst>
              <a:ext uri="{FF2B5EF4-FFF2-40B4-BE49-F238E27FC236}">
                <a16:creationId xmlns:a16="http://schemas.microsoft.com/office/drawing/2014/main" id="{225A8680-D76A-4574-AA9E-3F2FD9078C76}"/>
              </a:ext>
            </a:extLst>
          </p:cNvPr>
          <p:cNvSpPr>
            <a:spLocks noGrp="1"/>
          </p:cNvSpPr>
          <p:nvPr>
            <p:ph type="sldNum" sz="quarter" idx="11"/>
          </p:nvPr>
        </p:nvSpPr>
        <p:spPr/>
        <p:txBody>
          <a:bodyPr/>
          <a:lstStyle/>
          <a:p>
            <a:fld id="{AE839375-43AA-4A5D-B991-4343C4570BCB}" type="slidenum">
              <a:rPr lang="de-DE" smtClean="0"/>
              <a:t>12</a:t>
            </a:fld>
            <a:endParaRPr lang="de-DE"/>
          </a:p>
        </p:txBody>
      </p:sp>
      <p:sp>
        <p:nvSpPr>
          <p:cNvPr id="8" name="Text Placeholder 7">
            <a:extLst>
              <a:ext uri="{FF2B5EF4-FFF2-40B4-BE49-F238E27FC236}">
                <a16:creationId xmlns:a16="http://schemas.microsoft.com/office/drawing/2014/main" id="{0B8DA892-5ED6-48E9-BC9C-D07B74506381}"/>
              </a:ext>
            </a:extLst>
          </p:cNvPr>
          <p:cNvSpPr>
            <a:spLocks noGrp="1"/>
          </p:cNvSpPr>
          <p:nvPr>
            <p:ph type="body" sz="quarter" idx="12"/>
          </p:nvPr>
        </p:nvSpPr>
        <p:spPr/>
        <p:txBody>
          <a:bodyPr/>
          <a:lstStyle/>
          <a:p>
            <a:r>
              <a:rPr lang="en-US" sz="3200" dirty="0"/>
              <a:t>Agenda</a:t>
            </a:r>
            <a:endParaRPr lang="en-IN" sz="3200" dirty="0"/>
          </a:p>
        </p:txBody>
      </p:sp>
      <p:sp>
        <p:nvSpPr>
          <p:cNvPr id="9" name="Text Placeholder 8">
            <a:extLst>
              <a:ext uri="{FF2B5EF4-FFF2-40B4-BE49-F238E27FC236}">
                <a16:creationId xmlns:a16="http://schemas.microsoft.com/office/drawing/2014/main" id="{AF2BDAFA-2E09-4CC1-9F7F-6F045C3D0C90}"/>
              </a:ext>
            </a:extLst>
          </p:cNvPr>
          <p:cNvSpPr>
            <a:spLocks noGrp="1"/>
          </p:cNvSpPr>
          <p:nvPr>
            <p:ph type="body" sz="quarter" idx="13"/>
          </p:nvPr>
        </p:nvSpPr>
        <p:spPr>
          <a:xfrm>
            <a:off x="311172" y="921242"/>
            <a:ext cx="8424000" cy="3111111"/>
          </a:xfrm>
        </p:spPr>
        <p:txBody>
          <a:bodyPr/>
          <a:lstStyle/>
          <a:p>
            <a:pPr marL="342900" indent="-342900">
              <a:buFont typeface="+mj-lt"/>
              <a:buAutoNum type="arabicPeriod"/>
            </a:pPr>
            <a:r>
              <a:rPr lang="en-US" sz="1600" dirty="0">
                <a:solidFill>
                  <a:srgbClr val="1179BF"/>
                </a:solidFill>
              </a:rPr>
              <a:t>Overview</a:t>
            </a:r>
          </a:p>
          <a:p>
            <a:pPr marL="342900" indent="-342900">
              <a:buFont typeface="+mj-lt"/>
              <a:buAutoNum type="arabicPeriod"/>
            </a:pPr>
            <a:r>
              <a:rPr lang="en-US" sz="1600" dirty="0">
                <a:solidFill>
                  <a:srgbClr val="1179BF"/>
                </a:solidFill>
              </a:rPr>
              <a:t>Data and Service Flow  of Crypto Jobs</a:t>
            </a:r>
          </a:p>
          <a:p>
            <a:pPr marL="342900" indent="-342900">
              <a:buFont typeface="+mj-lt"/>
              <a:buAutoNum type="arabicPeriod"/>
            </a:pPr>
            <a:r>
              <a:rPr lang="en-US" sz="1600" dirty="0">
                <a:solidFill>
                  <a:srgbClr val="1179BF"/>
                </a:solidFill>
              </a:rPr>
              <a:t>Inter-Processor Communication (IPC)</a:t>
            </a:r>
          </a:p>
          <a:p>
            <a:pPr marL="342900" indent="-342900">
              <a:buFont typeface="+mj-lt"/>
              <a:buAutoNum type="arabicPeriod"/>
            </a:pPr>
            <a:r>
              <a:rPr lang="en-US" sz="1600" dirty="0"/>
              <a:t>Integration</a:t>
            </a:r>
          </a:p>
          <a:p>
            <a:pPr marL="342900" indent="-342900">
              <a:buFont typeface="+mj-lt"/>
              <a:buAutoNum type="arabicPeriod"/>
            </a:pPr>
            <a:r>
              <a:rPr lang="en-US" sz="1600" dirty="0">
                <a:solidFill>
                  <a:srgbClr val="1179BF"/>
                </a:solidFill>
              </a:rPr>
              <a:t>HSM Memory Regions</a:t>
            </a:r>
          </a:p>
          <a:p>
            <a:pPr marL="342900" indent="-342900">
              <a:buFont typeface="+mj-lt"/>
              <a:buAutoNum type="arabicPeriod"/>
            </a:pPr>
            <a:r>
              <a:rPr lang="en-US" sz="1600" dirty="0">
                <a:solidFill>
                  <a:srgbClr val="1179BF"/>
                </a:solidFill>
              </a:rPr>
              <a:t>HSM UCB Settings</a:t>
            </a:r>
          </a:p>
          <a:p>
            <a:pPr marL="342900" indent="-342900">
              <a:buFont typeface="+mj-lt"/>
              <a:buAutoNum type="arabicPeriod"/>
            </a:pPr>
            <a:r>
              <a:rPr lang="en-US" sz="1600" dirty="0">
                <a:solidFill>
                  <a:srgbClr val="1179BF"/>
                </a:solidFill>
              </a:rPr>
              <a:t>Synchronizing HSM and Application Cores</a:t>
            </a:r>
          </a:p>
          <a:p>
            <a:endParaRPr lang="en-IN" sz="1600" dirty="0"/>
          </a:p>
        </p:txBody>
      </p:sp>
    </p:spTree>
    <p:extLst>
      <p:ext uri="{BB962C8B-B14F-4D97-AF65-F5344CB8AC3E}">
        <p14:creationId xmlns:p14="http://schemas.microsoft.com/office/powerpoint/2010/main" val="4222805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97878-90A8-452C-82CD-D3E3CD3DA714}"/>
              </a:ext>
            </a:extLst>
          </p:cNvPr>
          <p:cNvSpPr>
            <a:spLocks noGrp="1"/>
          </p:cNvSpPr>
          <p:nvPr>
            <p:ph type="title"/>
          </p:nvPr>
        </p:nvSpPr>
        <p:spPr>
          <a:xfrm>
            <a:off x="360363" y="144001"/>
            <a:ext cx="8424001" cy="390319"/>
          </a:xfrm>
        </p:spPr>
        <p:txBody>
          <a:bodyPr/>
          <a:lstStyle/>
          <a:p>
            <a:r>
              <a:rPr lang="en-US" dirty="0"/>
              <a:t>Integration</a:t>
            </a:r>
            <a:endParaRPr lang="en-IN" dirty="0"/>
          </a:p>
        </p:txBody>
      </p:sp>
      <p:sp>
        <p:nvSpPr>
          <p:cNvPr id="3" name="Content Placeholder 2">
            <a:extLst>
              <a:ext uri="{FF2B5EF4-FFF2-40B4-BE49-F238E27FC236}">
                <a16:creationId xmlns:a16="http://schemas.microsoft.com/office/drawing/2014/main" id="{96924004-8FFD-4819-884A-ABB04A828EA2}"/>
              </a:ext>
            </a:extLst>
          </p:cNvPr>
          <p:cNvSpPr>
            <a:spLocks noGrp="1"/>
          </p:cNvSpPr>
          <p:nvPr>
            <p:ph idx="1"/>
          </p:nvPr>
        </p:nvSpPr>
        <p:spPr>
          <a:xfrm>
            <a:off x="359636" y="485648"/>
            <a:ext cx="8701706" cy="4323402"/>
          </a:xfrm>
          <a:ln>
            <a:noFill/>
          </a:ln>
        </p:spPr>
        <p:txBody>
          <a:bodyPr/>
          <a:lstStyle/>
          <a:p>
            <a:r>
              <a:rPr lang="en-US" dirty="0">
                <a:solidFill>
                  <a:srgbClr val="00ABE7"/>
                </a:solidFill>
                <a:latin typeface="Tahoma" panose="020B0604030504040204" pitchFamily="34" charset="0"/>
                <a:cs typeface="Aparajita" panose="02020603050405020304" pitchFamily="18" charset="0"/>
              </a:rPr>
              <a:t>HSM Project:</a:t>
            </a:r>
          </a:p>
          <a:p>
            <a:pPr marL="228600" indent="-228600">
              <a:buAutoNum type="arabicPeriod"/>
            </a:pPr>
            <a:r>
              <a:rPr lang="en-US" dirty="0">
                <a:latin typeface="Tahoma" panose="020B0604030504040204" pitchFamily="34" charset="0"/>
                <a:cs typeface="Aparajita" panose="02020603050405020304" pitchFamily="18" charset="0"/>
              </a:rPr>
              <a:t>Supported MCAL Base package Integration</a:t>
            </a:r>
          </a:p>
          <a:p>
            <a:pPr marL="228600" indent="-228600">
              <a:buAutoNum type="arabicPeriod"/>
            </a:pPr>
            <a:r>
              <a:rPr lang="en-US" dirty="0">
                <a:latin typeface="Tahoma" panose="020B0604030504040204" pitchFamily="34" charset="0"/>
                <a:cs typeface="Aparajita" panose="02020603050405020304" pitchFamily="18" charset="0"/>
              </a:rPr>
              <a:t>Configuration/ Selection of crypto key types, keys and key elements</a:t>
            </a:r>
          </a:p>
          <a:p>
            <a:pPr marL="228600" indent="-228600">
              <a:buAutoNum type="arabicPeriod"/>
            </a:pPr>
            <a:r>
              <a:rPr lang="en-US" dirty="0">
                <a:latin typeface="Tahoma" panose="020B0604030504040204" pitchFamily="34" charset="0"/>
                <a:cs typeface="Aparajita" panose="02020603050405020304" pitchFamily="18" charset="0"/>
              </a:rPr>
              <a:t>Propagating configured keys to </a:t>
            </a:r>
            <a:r>
              <a:rPr lang="en-US" dirty="0" err="1">
                <a:latin typeface="Tahoma" panose="020B0604030504040204" pitchFamily="34" charset="0"/>
                <a:cs typeface="Aparajita" panose="02020603050405020304" pitchFamily="18" charset="0"/>
              </a:rPr>
              <a:t>CryIf</a:t>
            </a:r>
            <a:r>
              <a:rPr lang="en-US" dirty="0">
                <a:latin typeface="Tahoma" panose="020B0604030504040204" pitchFamily="34" charset="0"/>
                <a:cs typeface="Aparajita" panose="02020603050405020304" pitchFamily="18" charset="0"/>
              </a:rPr>
              <a:t> and </a:t>
            </a:r>
            <a:r>
              <a:rPr lang="en-US" dirty="0" err="1">
                <a:latin typeface="Tahoma" panose="020B0604030504040204" pitchFamily="34" charset="0"/>
                <a:cs typeface="Aparajita" panose="02020603050405020304" pitchFamily="18" charset="0"/>
              </a:rPr>
              <a:t>Csm</a:t>
            </a:r>
            <a:r>
              <a:rPr lang="en-US" dirty="0">
                <a:latin typeface="Tahoma" panose="020B0604030504040204" pitchFamily="34" charset="0"/>
                <a:cs typeface="Aparajita" panose="02020603050405020304" pitchFamily="18" charset="0"/>
              </a:rPr>
              <a:t> Keys</a:t>
            </a:r>
          </a:p>
          <a:p>
            <a:pPr marL="228600" indent="-228600">
              <a:buAutoNum type="arabicPeriod"/>
            </a:pPr>
            <a:r>
              <a:rPr lang="en-US" dirty="0">
                <a:latin typeface="Tahoma" panose="020B0604030504040204" pitchFamily="34" charset="0"/>
                <a:cs typeface="Aparajita" panose="02020603050405020304" pitchFamily="18" charset="0"/>
              </a:rPr>
              <a:t>Configure Memory Regions and IPC Instance</a:t>
            </a:r>
          </a:p>
          <a:p>
            <a:pPr marL="228600" indent="-228600">
              <a:buAutoNum type="arabicPeriod"/>
            </a:pPr>
            <a:r>
              <a:rPr lang="en-US" dirty="0">
                <a:latin typeface="Tahoma" panose="020B0604030504040204" pitchFamily="34" charset="0"/>
                <a:cs typeface="Aparajita" panose="02020603050405020304" pitchFamily="18" charset="0"/>
              </a:rPr>
              <a:t>Configuration of Interrupt / Polling mode</a:t>
            </a:r>
          </a:p>
          <a:p>
            <a:pPr marL="228600" indent="-228600">
              <a:buAutoNum type="arabicPeriod"/>
            </a:pPr>
            <a:r>
              <a:rPr lang="en-US" dirty="0">
                <a:latin typeface="Tahoma" panose="020B0604030504040204" pitchFamily="34" charset="0"/>
                <a:cs typeface="Aparajita" panose="02020603050405020304" pitchFamily="18" charset="0"/>
              </a:rPr>
              <a:t>Generation of configure project which shall also generate (pre-config </a:t>
            </a:r>
            <a:r>
              <a:rPr lang="en-US" dirty="0" err="1">
                <a:latin typeface="Tahoma" panose="020B0604030504040204" pitchFamily="34" charset="0"/>
                <a:cs typeface="Aparajita" panose="02020603050405020304" pitchFamily="18" charset="0"/>
              </a:rPr>
              <a:t>arxml</a:t>
            </a:r>
            <a:r>
              <a:rPr lang="en-US" dirty="0">
                <a:latin typeface="Tahoma" panose="020B0604030504040204" pitchFamily="34" charset="0"/>
                <a:cs typeface="Aparajita" panose="02020603050405020304" pitchFamily="18" charset="0"/>
              </a:rPr>
              <a:t> file which shall be input to Host project)</a:t>
            </a:r>
          </a:p>
          <a:p>
            <a:pPr marL="228600" indent="-228600">
              <a:buAutoNum type="arabicPeriod"/>
            </a:pPr>
            <a:r>
              <a:rPr lang="en-US" dirty="0">
                <a:latin typeface="Tahoma" panose="020B0604030504040204" pitchFamily="34" charset="0"/>
                <a:cs typeface="Aparajita" panose="02020603050405020304" pitchFamily="18" charset="0"/>
              </a:rPr>
              <a:t>Compilation of HSM project</a:t>
            </a:r>
          </a:p>
          <a:p>
            <a:r>
              <a:rPr lang="en-US" dirty="0">
                <a:solidFill>
                  <a:srgbClr val="00ABE7"/>
                </a:solidFill>
                <a:latin typeface="Tahoma" panose="020B0604030504040204" pitchFamily="34" charset="0"/>
                <a:cs typeface="Aparajita" panose="02020603050405020304" pitchFamily="18" charset="0"/>
              </a:rPr>
              <a:t>Switch to HOST (Application) Davinci project:</a:t>
            </a:r>
          </a:p>
          <a:p>
            <a:pPr marL="228600" indent="-228600">
              <a:buAutoNum type="arabicPeriod"/>
            </a:pPr>
            <a:r>
              <a:rPr lang="en-US" dirty="0">
                <a:latin typeface="Tahoma" panose="020B0604030504040204" pitchFamily="34" charset="0"/>
                <a:cs typeface="Aparajita" panose="02020603050405020304" pitchFamily="18" charset="0"/>
              </a:rPr>
              <a:t>Add “</a:t>
            </a:r>
            <a:r>
              <a:rPr lang="en-US" dirty="0" err="1">
                <a:latin typeface="Tahoma" panose="020B0604030504040204" pitchFamily="34" charset="0"/>
                <a:cs typeface="Aparajita" panose="02020603050405020304" pitchFamily="18" charset="0"/>
              </a:rPr>
              <a:t>Csm</a:t>
            </a:r>
            <a:r>
              <a:rPr lang="en-US" dirty="0">
                <a:latin typeface="Tahoma" panose="020B0604030504040204" pitchFamily="34" charset="0"/>
                <a:cs typeface="Aparajita" panose="02020603050405020304" pitchFamily="18" charset="0"/>
              </a:rPr>
              <a:t>”, “</a:t>
            </a:r>
            <a:r>
              <a:rPr lang="en-US" dirty="0" err="1">
                <a:latin typeface="Tahoma" panose="020B0604030504040204" pitchFamily="34" charset="0"/>
                <a:cs typeface="Aparajita" panose="02020603050405020304" pitchFamily="18" charset="0"/>
              </a:rPr>
              <a:t>CryIf</a:t>
            </a:r>
            <a:r>
              <a:rPr lang="en-US" dirty="0">
                <a:latin typeface="Tahoma" panose="020B0604030504040204" pitchFamily="34" charset="0"/>
                <a:cs typeface="Aparajita" panose="02020603050405020304" pitchFamily="18" charset="0"/>
              </a:rPr>
              <a:t>” and “Crypto” modules</a:t>
            </a:r>
          </a:p>
          <a:p>
            <a:pPr marL="228600" indent="-228600">
              <a:buAutoNum type="arabicPeriod"/>
            </a:pPr>
            <a:r>
              <a:rPr lang="en-US" dirty="0">
                <a:latin typeface="Tahoma" panose="020B0604030504040204" pitchFamily="34" charset="0"/>
                <a:cs typeface="Aparajita" panose="02020603050405020304" pitchFamily="18" charset="0"/>
              </a:rPr>
              <a:t>Add a path to “pre-config </a:t>
            </a:r>
            <a:r>
              <a:rPr lang="en-US" dirty="0" err="1">
                <a:latin typeface="Tahoma" panose="020B0604030504040204" pitchFamily="34" charset="0"/>
                <a:cs typeface="Aparajita" panose="02020603050405020304" pitchFamily="18" charset="0"/>
              </a:rPr>
              <a:t>arxml</a:t>
            </a:r>
            <a:r>
              <a:rPr lang="en-US" dirty="0">
                <a:latin typeface="Tahoma" panose="020B0604030504040204" pitchFamily="34" charset="0"/>
                <a:cs typeface="Aparajita" panose="02020603050405020304" pitchFamily="18" charset="0"/>
              </a:rPr>
              <a:t>” generated in HSM project by adding it has “Additional module definition”.  </a:t>
            </a:r>
          </a:p>
          <a:p>
            <a:pPr marL="228600" indent="-228600">
              <a:buAutoNum type="arabicPeriod"/>
            </a:pPr>
            <a:r>
              <a:rPr lang="en-US" dirty="0">
                <a:latin typeface="Tahoma" panose="020B0604030504040204" pitchFamily="34" charset="0"/>
                <a:cs typeface="Aparajita" panose="02020603050405020304" pitchFamily="18" charset="0"/>
              </a:rPr>
              <a:t>Crypto module should not be modified in HOST project as all necessary settings shall be imported using “pre-config </a:t>
            </a:r>
            <a:r>
              <a:rPr lang="en-US" dirty="0" err="1">
                <a:latin typeface="Tahoma" panose="020B0604030504040204" pitchFamily="34" charset="0"/>
                <a:cs typeface="Aparajita" panose="02020603050405020304" pitchFamily="18" charset="0"/>
              </a:rPr>
              <a:t>arxml</a:t>
            </a:r>
            <a:r>
              <a:rPr lang="en-US" dirty="0">
                <a:latin typeface="Tahoma" panose="020B0604030504040204" pitchFamily="34" charset="0"/>
                <a:cs typeface="Aparajita" panose="02020603050405020304" pitchFamily="18" charset="0"/>
              </a:rPr>
              <a:t>” like IPC setting, Primitives, Driver Objects.4. Propagate the required keys from Crypto driver to “</a:t>
            </a:r>
            <a:r>
              <a:rPr lang="en-US" dirty="0" err="1">
                <a:latin typeface="Tahoma" panose="020B0604030504040204" pitchFamily="34" charset="0"/>
                <a:cs typeface="Aparajita" panose="02020603050405020304" pitchFamily="18" charset="0"/>
              </a:rPr>
              <a:t>Csm</a:t>
            </a:r>
            <a:r>
              <a:rPr lang="en-US" dirty="0">
                <a:latin typeface="Tahoma" panose="020B0604030504040204" pitchFamily="34" charset="0"/>
                <a:cs typeface="Aparajita" panose="02020603050405020304" pitchFamily="18" charset="0"/>
              </a:rPr>
              <a:t>” and “</a:t>
            </a:r>
            <a:r>
              <a:rPr lang="en-US" dirty="0" err="1">
                <a:latin typeface="Tahoma" panose="020B0604030504040204" pitchFamily="34" charset="0"/>
                <a:cs typeface="Aparajita" panose="02020603050405020304" pitchFamily="18" charset="0"/>
              </a:rPr>
              <a:t>CryIf</a:t>
            </a:r>
            <a:r>
              <a:rPr lang="en-US" dirty="0">
                <a:latin typeface="Tahoma" panose="020B0604030504040204" pitchFamily="34" charset="0"/>
                <a:cs typeface="Aparajita" panose="02020603050405020304" pitchFamily="18" charset="0"/>
              </a:rPr>
              <a:t>” modules.</a:t>
            </a:r>
          </a:p>
          <a:p>
            <a:pPr marL="228600" indent="-228600">
              <a:buAutoNum type="arabicPeriod"/>
            </a:pPr>
            <a:r>
              <a:rPr lang="en-US" dirty="0">
                <a:latin typeface="Tahoma" panose="020B0604030504040204" pitchFamily="34" charset="0"/>
                <a:cs typeface="Aparajita" panose="02020603050405020304" pitchFamily="18" charset="0"/>
              </a:rPr>
              <a:t>Propagate keys from Crypto module to </a:t>
            </a:r>
            <a:r>
              <a:rPr lang="en-US" dirty="0" err="1">
                <a:latin typeface="Tahoma" panose="020B0604030504040204" pitchFamily="34" charset="0"/>
                <a:cs typeface="Aparajita" panose="02020603050405020304" pitchFamily="18" charset="0"/>
              </a:rPr>
              <a:t>CryIf</a:t>
            </a:r>
            <a:r>
              <a:rPr lang="en-US" dirty="0">
                <a:latin typeface="Tahoma" panose="020B0604030504040204" pitchFamily="34" charset="0"/>
                <a:cs typeface="Aparajita" panose="02020603050405020304" pitchFamily="18" charset="0"/>
              </a:rPr>
              <a:t> and </a:t>
            </a:r>
            <a:r>
              <a:rPr lang="en-US" dirty="0" err="1">
                <a:latin typeface="Tahoma" panose="020B0604030504040204" pitchFamily="34" charset="0"/>
                <a:cs typeface="Aparajita" panose="02020603050405020304" pitchFamily="18" charset="0"/>
              </a:rPr>
              <a:t>Csm</a:t>
            </a:r>
            <a:endParaRPr lang="en-US" dirty="0">
              <a:latin typeface="Tahoma" panose="020B0604030504040204" pitchFamily="34" charset="0"/>
              <a:cs typeface="Aparajita" panose="02020603050405020304" pitchFamily="18" charset="0"/>
            </a:endParaRPr>
          </a:p>
          <a:p>
            <a:pPr marL="228600" indent="-228600">
              <a:buAutoNum type="arabicPeriod"/>
            </a:pPr>
            <a:r>
              <a:rPr lang="en-US" dirty="0">
                <a:latin typeface="Tahoma" panose="020B0604030504040204" pitchFamily="34" charset="0"/>
                <a:cs typeface="Aparajita" panose="02020603050405020304" pitchFamily="18" charset="0"/>
              </a:rPr>
              <a:t>Create </a:t>
            </a:r>
            <a:r>
              <a:rPr lang="en-US" dirty="0" err="1">
                <a:latin typeface="Tahoma" panose="020B0604030504040204" pitchFamily="34" charset="0"/>
                <a:cs typeface="Aparajita" panose="02020603050405020304" pitchFamily="18" charset="0"/>
              </a:rPr>
              <a:t>CryIf</a:t>
            </a:r>
            <a:r>
              <a:rPr lang="en-US" dirty="0">
                <a:latin typeface="Tahoma" panose="020B0604030504040204" pitchFamily="34" charset="0"/>
                <a:cs typeface="Aparajita" panose="02020603050405020304" pitchFamily="18" charset="0"/>
              </a:rPr>
              <a:t> channel and provide 1-1 mapping to Driver Object.</a:t>
            </a:r>
          </a:p>
          <a:p>
            <a:pPr marL="228600" indent="-228600">
              <a:buAutoNum type="arabicPeriod"/>
            </a:pPr>
            <a:r>
              <a:rPr lang="en-US" dirty="0">
                <a:latin typeface="Tahoma" panose="020B0604030504040204" pitchFamily="34" charset="0"/>
                <a:cs typeface="Aparajita" panose="02020603050405020304" pitchFamily="18" charset="0"/>
              </a:rPr>
              <a:t>Create </a:t>
            </a:r>
            <a:r>
              <a:rPr lang="en-US" dirty="0" err="1">
                <a:latin typeface="Tahoma" panose="020B0604030504040204" pitchFamily="34" charset="0"/>
                <a:cs typeface="Aparajita" panose="02020603050405020304" pitchFamily="18" charset="0"/>
              </a:rPr>
              <a:t>Csm</a:t>
            </a:r>
            <a:r>
              <a:rPr lang="en-US" dirty="0">
                <a:latin typeface="Tahoma" panose="020B0604030504040204" pitchFamily="34" charset="0"/>
                <a:cs typeface="Aparajita" panose="02020603050405020304" pitchFamily="18" charset="0"/>
              </a:rPr>
              <a:t> Queue which shall be mapped 1-1 to </a:t>
            </a:r>
            <a:r>
              <a:rPr lang="en-US" dirty="0" err="1">
                <a:latin typeface="Tahoma" panose="020B0604030504040204" pitchFamily="34" charset="0"/>
                <a:cs typeface="Aparajita" panose="02020603050405020304" pitchFamily="18" charset="0"/>
              </a:rPr>
              <a:t>CryIf</a:t>
            </a:r>
            <a:r>
              <a:rPr lang="en-US" dirty="0">
                <a:latin typeface="Tahoma" panose="020B0604030504040204" pitchFamily="34" charset="0"/>
                <a:cs typeface="Aparajita" panose="02020603050405020304" pitchFamily="18" charset="0"/>
              </a:rPr>
              <a:t> channel</a:t>
            </a:r>
          </a:p>
          <a:p>
            <a:pPr marL="228600" indent="-228600">
              <a:buAutoNum type="arabicPeriod"/>
            </a:pPr>
            <a:r>
              <a:rPr lang="en-US" dirty="0">
                <a:latin typeface="Tahoma" panose="020B0604030504040204" pitchFamily="34" charset="0"/>
                <a:cs typeface="Aparajita" panose="02020603050405020304" pitchFamily="18" charset="0"/>
              </a:rPr>
              <a:t>Create </a:t>
            </a:r>
            <a:r>
              <a:rPr lang="en-US" dirty="0" err="1">
                <a:latin typeface="Tahoma" panose="020B0604030504040204" pitchFamily="34" charset="0"/>
                <a:cs typeface="Aparajita" panose="02020603050405020304" pitchFamily="18" charset="0"/>
              </a:rPr>
              <a:t>Csm</a:t>
            </a:r>
            <a:r>
              <a:rPr lang="en-US" dirty="0">
                <a:latin typeface="Tahoma" panose="020B0604030504040204" pitchFamily="34" charset="0"/>
                <a:cs typeface="Aparajita" panose="02020603050405020304" pitchFamily="18" charset="0"/>
              </a:rPr>
              <a:t> Primitive with required algorithms</a:t>
            </a:r>
          </a:p>
          <a:p>
            <a:pPr marL="228600" indent="-228600">
              <a:buAutoNum type="arabicPeriod"/>
            </a:pPr>
            <a:r>
              <a:rPr lang="en-US" dirty="0">
                <a:latin typeface="Tahoma" panose="020B0604030504040204" pitchFamily="34" charset="0"/>
                <a:cs typeface="Aparajita" panose="02020603050405020304" pitchFamily="18" charset="0"/>
              </a:rPr>
              <a:t>Create </a:t>
            </a:r>
            <a:r>
              <a:rPr lang="en-US" dirty="0" err="1">
                <a:latin typeface="Tahoma" panose="020B0604030504040204" pitchFamily="34" charset="0"/>
                <a:cs typeface="Aparajita" panose="02020603050405020304" pitchFamily="18" charset="0"/>
              </a:rPr>
              <a:t>Csm</a:t>
            </a:r>
            <a:r>
              <a:rPr lang="en-US" dirty="0">
                <a:latin typeface="Tahoma" panose="020B0604030504040204" pitchFamily="34" charset="0"/>
                <a:cs typeface="Aparajita" panose="02020603050405020304" pitchFamily="18" charset="0"/>
              </a:rPr>
              <a:t> Job and map the job to respective Primitive, Key, Queue. Select if Job has to processed Synchronously or Asynchronously</a:t>
            </a:r>
          </a:p>
        </p:txBody>
      </p:sp>
      <p:sp>
        <p:nvSpPr>
          <p:cNvPr id="4" name="Footer Placeholder 3">
            <a:extLst>
              <a:ext uri="{FF2B5EF4-FFF2-40B4-BE49-F238E27FC236}">
                <a16:creationId xmlns:a16="http://schemas.microsoft.com/office/drawing/2014/main" id="{2F27E240-5A8A-4D53-A78B-E1CB970C711A}"/>
              </a:ext>
            </a:extLst>
          </p:cNvPr>
          <p:cNvSpPr>
            <a:spLocks noGrp="1"/>
          </p:cNvSpPr>
          <p:nvPr>
            <p:ph type="ftr" sz="quarter" idx="11"/>
          </p:nvPr>
        </p:nvSpPr>
        <p:spPr/>
        <p:txBody>
          <a:bodyPr/>
          <a:lstStyle/>
          <a:p>
            <a:endParaRPr lang="de-DE" dirty="0"/>
          </a:p>
        </p:txBody>
      </p:sp>
      <p:sp>
        <p:nvSpPr>
          <p:cNvPr id="5" name="Slide Number Placeholder 4">
            <a:extLst>
              <a:ext uri="{FF2B5EF4-FFF2-40B4-BE49-F238E27FC236}">
                <a16:creationId xmlns:a16="http://schemas.microsoft.com/office/drawing/2014/main" id="{6720942A-6F38-4B14-8074-312919A9463D}"/>
              </a:ext>
            </a:extLst>
          </p:cNvPr>
          <p:cNvSpPr>
            <a:spLocks noGrp="1"/>
          </p:cNvSpPr>
          <p:nvPr>
            <p:ph type="sldNum" sz="quarter" idx="12"/>
          </p:nvPr>
        </p:nvSpPr>
        <p:spPr/>
        <p:txBody>
          <a:bodyPr/>
          <a:lstStyle/>
          <a:p>
            <a:fld id="{AE839375-43AA-4A5D-B991-4343C4570BCB}" type="slidenum">
              <a:rPr lang="de-DE" smtClean="0"/>
              <a:t>13</a:t>
            </a:fld>
            <a:endParaRPr lang="de-DE"/>
          </a:p>
        </p:txBody>
      </p:sp>
      <p:graphicFrame>
        <p:nvGraphicFramePr>
          <p:cNvPr id="8" name="Object 7">
            <a:extLst>
              <a:ext uri="{FF2B5EF4-FFF2-40B4-BE49-F238E27FC236}">
                <a16:creationId xmlns:a16="http://schemas.microsoft.com/office/drawing/2014/main" id="{DC1CBE32-1DDB-42DA-BE09-990BF80C713F}"/>
              </a:ext>
            </a:extLst>
          </p:cNvPr>
          <p:cNvGraphicFramePr>
            <a:graphicFrameLocks noChangeAspect="1"/>
          </p:cNvGraphicFramePr>
          <p:nvPr>
            <p:extLst>
              <p:ext uri="{D42A27DB-BD31-4B8C-83A1-F6EECF244321}">
                <p14:modId xmlns:p14="http://schemas.microsoft.com/office/powerpoint/2010/main" val="372187350"/>
              </p:ext>
            </p:extLst>
          </p:nvPr>
        </p:nvGraphicFramePr>
        <p:xfrm>
          <a:off x="7779601" y="292232"/>
          <a:ext cx="914400" cy="727100"/>
        </p:xfrm>
        <a:graphic>
          <a:graphicData uri="http://schemas.openxmlformats.org/presentationml/2006/ole">
            <mc:AlternateContent xmlns:mc="http://schemas.openxmlformats.org/markup-compatibility/2006">
              <mc:Choice xmlns:v="urn:schemas-microsoft-com:vml" Requires="v">
                <p:oleObj spid="_x0000_s1028" name="Acrobat Document" showAsIcon="1" r:id="rId3" imgW="914400" imgH="771525" progId="AcroExch.Document.DC">
                  <p:embed/>
                </p:oleObj>
              </mc:Choice>
              <mc:Fallback>
                <p:oleObj name="Acrobat Document" showAsIcon="1" r:id="rId3" imgW="914400" imgH="771525" progId="AcroExch.Document.DC">
                  <p:embed/>
                  <p:pic>
                    <p:nvPicPr>
                      <p:cNvPr id="0" name=""/>
                      <p:cNvPicPr/>
                      <p:nvPr/>
                    </p:nvPicPr>
                    <p:blipFill>
                      <a:blip r:embed="rId4"/>
                      <a:stretch>
                        <a:fillRect/>
                      </a:stretch>
                    </p:blipFill>
                    <p:spPr>
                      <a:xfrm>
                        <a:off x="7779601" y="292232"/>
                        <a:ext cx="914400" cy="727100"/>
                      </a:xfrm>
                      <a:prstGeom prst="rect">
                        <a:avLst/>
                      </a:prstGeom>
                      <a:solidFill>
                        <a:schemeClr val="accent1">
                          <a:alpha val="0"/>
                        </a:schemeClr>
                      </a:solidFill>
                      <a:ln>
                        <a:noFill/>
                      </a:ln>
                    </p:spPr>
                  </p:pic>
                </p:oleObj>
              </mc:Fallback>
            </mc:AlternateContent>
          </a:graphicData>
        </a:graphic>
      </p:graphicFrame>
    </p:spTree>
    <p:extLst>
      <p:ext uri="{BB962C8B-B14F-4D97-AF65-F5344CB8AC3E}">
        <p14:creationId xmlns:p14="http://schemas.microsoft.com/office/powerpoint/2010/main" val="2549059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478F36-07B9-493F-812D-03DC839778B9}"/>
              </a:ext>
            </a:extLst>
          </p:cNvPr>
          <p:cNvSpPr>
            <a:spLocks noGrp="1"/>
          </p:cNvSpPr>
          <p:nvPr>
            <p:ph type="ftr" sz="quarter" idx="10"/>
          </p:nvPr>
        </p:nvSpPr>
        <p:spPr/>
        <p:txBody>
          <a:bodyPr/>
          <a:lstStyle/>
          <a:p>
            <a:endParaRPr lang="de-DE" dirty="0"/>
          </a:p>
        </p:txBody>
      </p:sp>
      <p:sp>
        <p:nvSpPr>
          <p:cNvPr id="5" name="Slide Number Placeholder 4">
            <a:extLst>
              <a:ext uri="{FF2B5EF4-FFF2-40B4-BE49-F238E27FC236}">
                <a16:creationId xmlns:a16="http://schemas.microsoft.com/office/drawing/2014/main" id="{225A8680-D76A-4574-AA9E-3F2FD9078C76}"/>
              </a:ext>
            </a:extLst>
          </p:cNvPr>
          <p:cNvSpPr>
            <a:spLocks noGrp="1"/>
          </p:cNvSpPr>
          <p:nvPr>
            <p:ph type="sldNum" sz="quarter" idx="11"/>
          </p:nvPr>
        </p:nvSpPr>
        <p:spPr/>
        <p:txBody>
          <a:bodyPr/>
          <a:lstStyle/>
          <a:p>
            <a:fld id="{AE839375-43AA-4A5D-B991-4343C4570BCB}" type="slidenum">
              <a:rPr lang="de-DE" smtClean="0"/>
              <a:t>14</a:t>
            </a:fld>
            <a:endParaRPr lang="de-DE"/>
          </a:p>
        </p:txBody>
      </p:sp>
      <p:sp>
        <p:nvSpPr>
          <p:cNvPr id="8" name="Text Placeholder 7">
            <a:extLst>
              <a:ext uri="{FF2B5EF4-FFF2-40B4-BE49-F238E27FC236}">
                <a16:creationId xmlns:a16="http://schemas.microsoft.com/office/drawing/2014/main" id="{0B8DA892-5ED6-48E9-BC9C-D07B74506381}"/>
              </a:ext>
            </a:extLst>
          </p:cNvPr>
          <p:cNvSpPr>
            <a:spLocks noGrp="1"/>
          </p:cNvSpPr>
          <p:nvPr>
            <p:ph type="body" sz="quarter" idx="12"/>
          </p:nvPr>
        </p:nvSpPr>
        <p:spPr/>
        <p:txBody>
          <a:bodyPr/>
          <a:lstStyle/>
          <a:p>
            <a:r>
              <a:rPr lang="en-US" sz="3200" dirty="0"/>
              <a:t>Agenda</a:t>
            </a:r>
            <a:endParaRPr lang="en-IN" sz="3200" dirty="0"/>
          </a:p>
        </p:txBody>
      </p:sp>
      <p:sp>
        <p:nvSpPr>
          <p:cNvPr id="9" name="Text Placeholder 8">
            <a:extLst>
              <a:ext uri="{FF2B5EF4-FFF2-40B4-BE49-F238E27FC236}">
                <a16:creationId xmlns:a16="http://schemas.microsoft.com/office/drawing/2014/main" id="{AF2BDAFA-2E09-4CC1-9F7F-6F045C3D0C90}"/>
              </a:ext>
            </a:extLst>
          </p:cNvPr>
          <p:cNvSpPr>
            <a:spLocks noGrp="1"/>
          </p:cNvSpPr>
          <p:nvPr>
            <p:ph type="body" sz="quarter" idx="13"/>
          </p:nvPr>
        </p:nvSpPr>
        <p:spPr>
          <a:xfrm>
            <a:off x="311172" y="921242"/>
            <a:ext cx="8424000" cy="3111111"/>
          </a:xfrm>
        </p:spPr>
        <p:txBody>
          <a:bodyPr/>
          <a:lstStyle/>
          <a:p>
            <a:pPr marL="342900" indent="-342900">
              <a:buFont typeface="+mj-lt"/>
              <a:buAutoNum type="arabicPeriod"/>
            </a:pPr>
            <a:r>
              <a:rPr lang="en-US" sz="1600" dirty="0">
                <a:solidFill>
                  <a:srgbClr val="1179BF"/>
                </a:solidFill>
              </a:rPr>
              <a:t>Overview</a:t>
            </a:r>
          </a:p>
          <a:p>
            <a:pPr marL="342900" indent="-342900">
              <a:buFont typeface="+mj-lt"/>
              <a:buAutoNum type="arabicPeriod"/>
            </a:pPr>
            <a:r>
              <a:rPr lang="en-US" sz="1600" dirty="0">
                <a:solidFill>
                  <a:srgbClr val="1179BF"/>
                </a:solidFill>
              </a:rPr>
              <a:t>Data and Service Flow  of Crypto Jobs</a:t>
            </a:r>
          </a:p>
          <a:p>
            <a:pPr marL="342900" indent="-342900">
              <a:buFont typeface="+mj-lt"/>
              <a:buAutoNum type="arabicPeriod"/>
            </a:pPr>
            <a:r>
              <a:rPr lang="en-US" sz="1600" dirty="0">
                <a:solidFill>
                  <a:srgbClr val="1179BF"/>
                </a:solidFill>
              </a:rPr>
              <a:t>Inter-Processor Communication (IPC)</a:t>
            </a:r>
          </a:p>
          <a:p>
            <a:pPr marL="342900" indent="-342900">
              <a:buFont typeface="+mj-lt"/>
              <a:buAutoNum type="arabicPeriod"/>
            </a:pPr>
            <a:r>
              <a:rPr lang="en-US" sz="1600" dirty="0">
                <a:solidFill>
                  <a:srgbClr val="1179BF"/>
                </a:solidFill>
              </a:rPr>
              <a:t>Integration</a:t>
            </a:r>
          </a:p>
          <a:p>
            <a:pPr marL="342900" indent="-342900">
              <a:buFont typeface="+mj-lt"/>
              <a:buAutoNum type="arabicPeriod"/>
            </a:pPr>
            <a:r>
              <a:rPr lang="en-US" sz="1600" dirty="0"/>
              <a:t>HSM Memory Regions</a:t>
            </a:r>
          </a:p>
          <a:p>
            <a:pPr marL="342900" indent="-342900">
              <a:buFont typeface="+mj-lt"/>
              <a:buAutoNum type="arabicPeriod"/>
            </a:pPr>
            <a:r>
              <a:rPr lang="en-US" sz="1600" dirty="0">
                <a:solidFill>
                  <a:srgbClr val="1179BF"/>
                </a:solidFill>
              </a:rPr>
              <a:t>HSM UCB Settings</a:t>
            </a:r>
          </a:p>
          <a:p>
            <a:pPr marL="342900" indent="-342900">
              <a:buFont typeface="+mj-lt"/>
              <a:buAutoNum type="arabicPeriod"/>
            </a:pPr>
            <a:r>
              <a:rPr lang="en-US" sz="1600" dirty="0">
                <a:solidFill>
                  <a:srgbClr val="1179BF"/>
                </a:solidFill>
              </a:rPr>
              <a:t>Synchronizing HSM and Application Cores</a:t>
            </a:r>
          </a:p>
          <a:p>
            <a:endParaRPr lang="en-IN" sz="1600" dirty="0"/>
          </a:p>
        </p:txBody>
      </p:sp>
    </p:spTree>
    <p:extLst>
      <p:ext uri="{BB962C8B-B14F-4D97-AF65-F5344CB8AC3E}">
        <p14:creationId xmlns:p14="http://schemas.microsoft.com/office/powerpoint/2010/main" val="1850787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781546-2D03-411A-B80F-7D5651D309D7}"/>
              </a:ext>
            </a:extLst>
          </p:cNvPr>
          <p:cNvSpPr>
            <a:spLocks noGrp="1"/>
          </p:cNvSpPr>
          <p:nvPr>
            <p:ph type="title"/>
          </p:nvPr>
        </p:nvSpPr>
        <p:spPr/>
        <p:txBody>
          <a:bodyPr/>
          <a:lstStyle/>
          <a:p>
            <a:r>
              <a:rPr lang="en-US" dirty="0"/>
              <a:t>HSM PFLASH Memory</a:t>
            </a:r>
            <a:endParaRPr lang="en-IN" dirty="0"/>
          </a:p>
        </p:txBody>
      </p:sp>
      <p:sp>
        <p:nvSpPr>
          <p:cNvPr id="7" name="Content Placeholder 6">
            <a:extLst>
              <a:ext uri="{FF2B5EF4-FFF2-40B4-BE49-F238E27FC236}">
                <a16:creationId xmlns:a16="http://schemas.microsoft.com/office/drawing/2014/main" id="{D230FA88-8530-47C6-89CE-7EE390B5ACA0}"/>
              </a:ext>
            </a:extLst>
          </p:cNvPr>
          <p:cNvSpPr>
            <a:spLocks noGrp="1"/>
          </p:cNvSpPr>
          <p:nvPr>
            <p:ph idx="1"/>
          </p:nvPr>
        </p:nvSpPr>
        <p:spPr>
          <a:xfrm>
            <a:off x="360364" y="575744"/>
            <a:ext cx="5220000" cy="3781167"/>
          </a:xfrm>
        </p:spPr>
        <p:txBody>
          <a:bodyPr/>
          <a:lstStyle/>
          <a:p>
            <a:pPr marL="171450" indent="-171450">
              <a:buFont typeface="Arial" panose="020B0604020202020204" pitchFamily="34" charset="0"/>
              <a:buChar char="•"/>
            </a:pPr>
            <a:r>
              <a:rPr lang="en-US" dirty="0"/>
              <a:t>HSM Application should be flashed in PFLASH0 (8000 0000 ~ 801F FFFF)</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Out of 2MB PFLASH0 size, Max of 640 KB (8000 0000 ~ 8009 FFFF) can be allotted to HSM Application</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640 KB addresses is divided into 40 sector (S0 ~ S39) of each 16KB (16KB * 40)</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HSM Sectors can  be made HSM exclusive so that no other Core can access this area</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HSM Sectors can also be made OTP to avoid re-flashing (Security Feature)</a:t>
            </a:r>
          </a:p>
          <a:p>
            <a:pPr marL="171450" indent="-171450">
              <a:buFont typeface="Arial" panose="020B0604020202020204" pitchFamily="34" charset="0"/>
              <a:buChar char="•"/>
            </a:pPr>
            <a:endParaRPr lang="en-US" dirty="0"/>
          </a:p>
          <a:p>
            <a:endParaRPr lang="en-US" dirty="0"/>
          </a:p>
          <a:p>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IN" dirty="0"/>
          </a:p>
        </p:txBody>
      </p:sp>
      <p:sp>
        <p:nvSpPr>
          <p:cNvPr id="2" name="Footer Placeholder 1">
            <a:extLst>
              <a:ext uri="{FF2B5EF4-FFF2-40B4-BE49-F238E27FC236}">
                <a16:creationId xmlns:a16="http://schemas.microsoft.com/office/drawing/2014/main" id="{CF894C1F-45BC-4B86-BB16-9940B2091B93}"/>
              </a:ext>
            </a:extLst>
          </p:cNvPr>
          <p:cNvSpPr>
            <a:spLocks noGrp="1"/>
          </p:cNvSpPr>
          <p:nvPr>
            <p:ph type="ftr" sz="quarter" idx="11"/>
          </p:nvPr>
        </p:nvSpPr>
        <p:spPr/>
        <p:txBody>
          <a:bodyPr/>
          <a:lstStyle/>
          <a:p>
            <a:pPr>
              <a:lnSpc>
                <a:spcPts val="800"/>
              </a:lnSpc>
            </a:pPr>
            <a:endParaRPr lang="en-IN" dirty="0">
              <a:solidFill>
                <a:srgbClr val="FFFFFF"/>
              </a:solidFill>
            </a:endParaRPr>
          </a:p>
        </p:txBody>
      </p:sp>
      <p:sp>
        <p:nvSpPr>
          <p:cNvPr id="3" name="Slide Number Placeholder 2">
            <a:extLst>
              <a:ext uri="{FF2B5EF4-FFF2-40B4-BE49-F238E27FC236}">
                <a16:creationId xmlns:a16="http://schemas.microsoft.com/office/drawing/2014/main" id="{B3A9AD69-EACC-429B-A433-92A635D3B7AF}"/>
              </a:ext>
            </a:extLst>
          </p:cNvPr>
          <p:cNvSpPr>
            <a:spLocks noGrp="1"/>
          </p:cNvSpPr>
          <p:nvPr>
            <p:ph type="sldNum" sz="quarter" idx="12"/>
          </p:nvPr>
        </p:nvSpPr>
        <p:spPr/>
        <p:txBody>
          <a:bodyPr/>
          <a:lstStyle/>
          <a:p>
            <a:pPr algn="r">
              <a:lnSpc>
                <a:spcPts val="800"/>
              </a:lnSpc>
            </a:pPr>
            <a:fld id="{D985BC7C-F6A2-4FED-9217-735A5E10A319}" type="slidenum">
              <a:rPr lang="en-IN" smtClean="0">
                <a:solidFill>
                  <a:srgbClr val="FFFFFF"/>
                </a:solidFill>
              </a:rPr>
              <a:pPr algn="r">
                <a:lnSpc>
                  <a:spcPts val="800"/>
                </a:lnSpc>
              </a:pPr>
              <a:t>15</a:t>
            </a:fld>
            <a:endParaRPr lang="en-IN" dirty="0">
              <a:solidFill>
                <a:srgbClr val="FFFFFF"/>
              </a:solidFill>
            </a:endParaRPr>
          </a:p>
        </p:txBody>
      </p:sp>
      <p:pic>
        <p:nvPicPr>
          <p:cNvPr id="8" name="Picture 7">
            <a:extLst>
              <a:ext uri="{FF2B5EF4-FFF2-40B4-BE49-F238E27FC236}">
                <a16:creationId xmlns:a16="http://schemas.microsoft.com/office/drawing/2014/main" id="{E3B8C8DD-C010-4D35-B19F-7E1C10A6F18D}"/>
              </a:ext>
            </a:extLst>
          </p:cNvPr>
          <p:cNvPicPr>
            <a:picLocks noChangeAspect="1"/>
          </p:cNvPicPr>
          <p:nvPr/>
        </p:nvPicPr>
        <p:blipFill>
          <a:blip r:embed="rId2"/>
          <a:stretch>
            <a:fillRect/>
          </a:stretch>
        </p:blipFill>
        <p:spPr>
          <a:xfrm>
            <a:off x="5628657" y="575744"/>
            <a:ext cx="2975344" cy="3781167"/>
          </a:xfrm>
          <a:prstGeom prst="rect">
            <a:avLst/>
          </a:prstGeom>
        </p:spPr>
      </p:pic>
    </p:spTree>
    <p:extLst>
      <p:ext uri="{BB962C8B-B14F-4D97-AF65-F5344CB8AC3E}">
        <p14:creationId xmlns:p14="http://schemas.microsoft.com/office/powerpoint/2010/main" val="345409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781546-2D03-411A-B80F-7D5651D309D7}"/>
              </a:ext>
            </a:extLst>
          </p:cNvPr>
          <p:cNvSpPr>
            <a:spLocks noGrp="1"/>
          </p:cNvSpPr>
          <p:nvPr>
            <p:ph type="title"/>
          </p:nvPr>
        </p:nvSpPr>
        <p:spPr/>
        <p:txBody>
          <a:bodyPr/>
          <a:lstStyle/>
          <a:p>
            <a:r>
              <a:rPr lang="en-US" dirty="0"/>
              <a:t>HSM DFLASH Memory</a:t>
            </a:r>
            <a:endParaRPr lang="en-IN" dirty="0"/>
          </a:p>
        </p:txBody>
      </p:sp>
      <p:sp>
        <p:nvSpPr>
          <p:cNvPr id="7" name="Content Placeholder 6">
            <a:extLst>
              <a:ext uri="{FF2B5EF4-FFF2-40B4-BE49-F238E27FC236}">
                <a16:creationId xmlns:a16="http://schemas.microsoft.com/office/drawing/2014/main" id="{D230FA88-8530-47C6-89CE-7EE390B5ACA0}"/>
              </a:ext>
            </a:extLst>
          </p:cNvPr>
          <p:cNvSpPr>
            <a:spLocks noGrp="1"/>
          </p:cNvSpPr>
          <p:nvPr>
            <p:ph idx="1"/>
          </p:nvPr>
        </p:nvSpPr>
        <p:spPr>
          <a:xfrm>
            <a:off x="360364" y="575744"/>
            <a:ext cx="5789028" cy="3781167"/>
          </a:xfrm>
        </p:spPr>
        <p:txBody>
          <a:bodyPr/>
          <a:lstStyle/>
          <a:p>
            <a:pPr marL="171450" indent="-171450">
              <a:buFont typeface="Arial" panose="020B0604020202020204" pitchFamily="34" charset="0"/>
              <a:buChar char="•"/>
            </a:pPr>
            <a:r>
              <a:rPr lang="en-US" dirty="0"/>
              <a:t>HSM uses 128KB of DFLASH1 (AFC0 0000 ~ AFC1 FFFF) memory for </a:t>
            </a:r>
            <a:r>
              <a:rPr lang="en-US" dirty="0" err="1"/>
              <a:t>NvM</a:t>
            </a:r>
            <a:r>
              <a:rPr lang="en-US" dirty="0"/>
              <a:t> Storage.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DFLASH1 memory can be made exclusive to HSM to protect this memory to be accessed by other Cores.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On Virgin HSM data flash it may be needed to initialize it before the memory stack is used. If data flash is not initialized, it may lead to an endless loop during </a:t>
            </a:r>
            <a:r>
              <a:rPr lang="en-US" dirty="0" err="1"/>
              <a:t>readall</a:t>
            </a:r>
            <a:r>
              <a:rPr lang="en-US" dirty="0"/>
              <a:t> at startup.</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solidFill>
                  <a:srgbClr val="00ABE7"/>
                </a:solidFill>
              </a:rPr>
              <a:t>To fix this, two solution is available (either of below can be applied)</a:t>
            </a:r>
          </a:p>
          <a:p>
            <a:pPr marL="444600" lvl="1" indent="-228600">
              <a:buFont typeface="+mj-lt"/>
              <a:buAutoNum type="arabicPeriod"/>
            </a:pPr>
            <a:r>
              <a:rPr lang="en-US" dirty="0"/>
              <a:t>Flash DFLASH1 using the hex file (writing 0xFF) provided by Vector along with Demo HSM project (</a:t>
            </a:r>
            <a:r>
              <a:rPr lang="en-US" dirty="0">
                <a:solidFill>
                  <a:srgbClr val="00ABE7"/>
                </a:solidFill>
              </a:rPr>
              <a:t>Recommended by Vector</a:t>
            </a:r>
            <a:r>
              <a:rPr lang="en-US" dirty="0"/>
              <a:t>)</a:t>
            </a:r>
          </a:p>
          <a:p>
            <a:pPr lvl="2" indent="0">
              <a:buNone/>
            </a:pPr>
            <a:r>
              <a:rPr lang="en-US" i="1" dirty="0"/>
              <a:t>Note: Writing to data flash using debugger must be allowed by the HSM. So, either disable the HSM or do not set DF exclusive bits when enabling HSM.</a:t>
            </a:r>
          </a:p>
          <a:p>
            <a:pPr lvl="2" indent="0">
              <a:buNone/>
            </a:pPr>
            <a:endParaRPr lang="en-US" i="1" dirty="0"/>
          </a:p>
          <a:p>
            <a:pPr marL="444600" lvl="1" indent="-228600">
              <a:buFont typeface="+mj-lt"/>
              <a:buAutoNum type="arabicPeriod"/>
            </a:pPr>
            <a:r>
              <a:rPr lang="en-US" dirty="0"/>
              <a:t>Uncheck </a:t>
            </a:r>
            <a:r>
              <a:rPr lang="en-US" i="1" dirty="0"/>
              <a:t>“Virgin Flash Illegal State” </a:t>
            </a:r>
            <a:r>
              <a:rPr lang="en-US" dirty="0"/>
              <a:t>option in </a:t>
            </a:r>
            <a:r>
              <a:rPr lang="en-US" i="1" dirty="0"/>
              <a:t>Fee\</a:t>
            </a:r>
            <a:r>
              <a:rPr lang="en-US" i="1" dirty="0" err="1"/>
              <a:t>FeeIfxSpecificConfig</a:t>
            </a:r>
            <a:r>
              <a:rPr lang="en-US" dirty="0"/>
              <a:t>. This parameter enables FEE to reach illegal state upon detection of virgin flash</a:t>
            </a:r>
          </a:p>
          <a:p>
            <a:pPr lvl="1" indent="0">
              <a:buNone/>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IN" dirty="0"/>
          </a:p>
        </p:txBody>
      </p:sp>
      <p:sp>
        <p:nvSpPr>
          <p:cNvPr id="2" name="Footer Placeholder 1">
            <a:extLst>
              <a:ext uri="{FF2B5EF4-FFF2-40B4-BE49-F238E27FC236}">
                <a16:creationId xmlns:a16="http://schemas.microsoft.com/office/drawing/2014/main" id="{CF894C1F-45BC-4B86-BB16-9940B2091B93}"/>
              </a:ext>
            </a:extLst>
          </p:cNvPr>
          <p:cNvSpPr>
            <a:spLocks noGrp="1"/>
          </p:cNvSpPr>
          <p:nvPr>
            <p:ph type="ftr" sz="quarter" idx="11"/>
          </p:nvPr>
        </p:nvSpPr>
        <p:spPr/>
        <p:txBody>
          <a:bodyPr/>
          <a:lstStyle/>
          <a:p>
            <a:pPr>
              <a:lnSpc>
                <a:spcPts val="800"/>
              </a:lnSpc>
            </a:pPr>
            <a:endParaRPr lang="en-IN" dirty="0">
              <a:solidFill>
                <a:srgbClr val="FFFFFF"/>
              </a:solidFill>
            </a:endParaRPr>
          </a:p>
        </p:txBody>
      </p:sp>
      <p:sp>
        <p:nvSpPr>
          <p:cNvPr id="3" name="Slide Number Placeholder 2">
            <a:extLst>
              <a:ext uri="{FF2B5EF4-FFF2-40B4-BE49-F238E27FC236}">
                <a16:creationId xmlns:a16="http://schemas.microsoft.com/office/drawing/2014/main" id="{B3A9AD69-EACC-429B-A433-92A635D3B7AF}"/>
              </a:ext>
            </a:extLst>
          </p:cNvPr>
          <p:cNvSpPr>
            <a:spLocks noGrp="1"/>
          </p:cNvSpPr>
          <p:nvPr>
            <p:ph type="sldNum" sz="quarter" idx="12"/>
          </p:nvPr>
        </p:nvSpPr>
        <p:spPr/>
        <p:txBody>
          <a:bodyPr/>
          <a:lstStyle/>
          <a:p>
            <a:pPr algn="r">
              <a:lnSpc>
                <a:spcPts val="800"/>
              </a:lnSpc>
            </a:pPr>
            <a:fld id="{D985BC7C-F6A2-4FED-9217-735A5E10A319}" type="slidenum">
              <a:rPr lang="en-IN" smtClean="0">
                <a:solidFill>
                  <a:srgbClr val="FFFFFF"/>
                </a:solidFill>
              </a:rPr>
              <a:pPr algn="r">
                <a:lnSpc>
                  <a:spcPts val="800"/>
                </a:lnSpc>
              </a:pPr>
              <a:t>16</a:t>
            </a:fld>
            <a:endParaRPr lang="en-IN" dirty="0">
              <a:solidFill>
                <a:srgbClr val="FFFFFF"/>
              </a:solidFill>
            </a:endParaRPr>
          </a:p>
        </p:txBody>
      </p:sp>
      <p:pic>
        <p:nvPicPr>
          <p:cNvPr id="4" name="Picture 3">
            <a:extLst>
              <a:ext uri="{FF2B5EF4-FFF2-40B4-BE49-F238E27FC236}">
                <a16:creationId xmlns:a16="http://schemas.microsoft.com/office/drawing/2014/main" id="{45BBFABA-21BC-4244-8362-0557EC5FC239}"/>
              </a:ext>
            </a:extLst>
          </p:cNvPr>
          <p:cNvPicPr>
            <a:picLocks noChangeAspect="1"/>
          </p:cNvPicPr>
          <p:nvPr/>
        </p:nvPicPr>
        <p:blipFill>
          <a:blip r:embed="rId2"/>
          <a:stretch>
            <a:fillRect/>
          </a:stretch>
        </p:blipFill>
        <p:spPr>
          <a:xfrm>
            <a:off x="6113029" y="625876"/>
            <a:ext cx="2490972" cy="1168273"/>
          </a:xfrm>
          <a:prstGeom prst="rect">
            <a:avLst/>
          </a:prstGeom>
        </p:spPr>
      </p:pic>
    </p:spTree>
    <p:extLst>
      <p:ext uri="{BB962C8B-B14F-4D97-AF65-F5344CB8AC3E}">
        <p14:creationId xmlns:p14="http://schemas.microsoft.com/office/powerpoint/2010/main" val="1499693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478F36-07B9-493F-812D-03DC839778B9}"/>
              </a:ext>
            </a:extLst>
          </p:cNvPr>
          <p:cNvSpPr>
            <a:spLocks noGrp="1"/>
          </p:cNvSpPr>
          <p:nvPr>
            <p:ph type="ftr" sz="quarter" idx="10"/>
          </p:nvPr>
        </p:nvSpPr>
        <p:spPr/>
        <p:txBody>
          <a:bodyPr/>
          <a:lstStyle/>
          <a:p>
            <a:endParaRPr lang="de-DE" dirty="0"/>
          </a:p>
        </p:txBody>
      </p:sp>
      <p:sp>
        <p:nvSpPr>
          <p:cNvPr id="5" name="Slide Number Placeholder 4">
            <a:extLst>
              <a:ext uri="{FF2B5EF4-FFF2-40B4-BE49-F238E27FC236}">
                <a16:creationId xmlns:a16="http://schemas.microsoft.com/office/drawing/2014/main" id="{225A8680-D76A-4574-AA9E-3F2FD9078C76}"/>
              </a:ext>
            </a:extLst>
          </p:cNvPr>
          <p:cNvSpPr>
            <a:spLocks noGrp="1"/>
          </p:cNvSpPr>
          <p:nvPr>
            <p:ph type="sldNum" sz="quarter" idx="11"/>
          </p:nvPr>
        </p:nvSpPr>
        <p:spPr/>
        <p:txBody>
          <a:bodyPr/>
          <a:lstStyle/>
          <a:p>
            <a:fld id="{AE839375-43AA-4A5D-B991-4343C4570BCB}" type="slidenum">
              <a:rPr lang="de-DE" smtClean="0"/>
              <a:t>17</a:t>
            </a:fld>
            <a:endParaRPr lang="de-DE"/>
          </a:p>
        </p:txBody>
      </p:sp>
      <p:sp>
        <p:nvSpPr>
          <p:cNvPr id="8" name="Text Placeholder 7">
            <a:extLst>
              <a:ext uri="{FF2B5EF4-FFF2-40B4-BE49-F238E27FC236}">
                <a16:creationId xmlns:a16="http://schemas.microsoft.com/office/drawing/2014/main" id="{0B8DA892-5ED6-48E9-BC9C-D07B74506381}"/>
              </a:ext>
            </a:extLst>
          </p:cNvPr>
          <p:cNvSpPr>
            <a:spLocks noGrp="1"/>
          </p:cNvSpPr>
          <p:nvPr>
            <p:ph type="body" sz="quarter" idx="12"/>
          </p:nvPr>
        </p:nvSpPr>
        <p:spPr/>
        <p:txBody>
          <a:bodyPr/>
          <a:lstStyle/>
          <a:p>
            <a:r>
              <a:rPr lang="en-US" sz="3200" dirty="0"/>
              <a:t>Agenda</a:t>
            </a:r>
            <a:endParaRPr lang="en-IN" sz="3200" dirty="0"/>
          </a:p>
        </p:txBody>
      </p:sp>
      <p:sp>
        <p:nvSpPr>
          <p:cNvPr id="9" name="Text Placeholder 8">
            <a:extLst>
              <a:ext uri="{FF2B5EF4-FFF2-40B4-BE49-F238E27FC236}">
                <a16:creationId xmlns:a16="http://schemas.microsoft.com/office/drawing/2014/main" id="{AF2BDAFA-2E09-4CC1-9F7F-6F045C3D0C90}"/>
              </a:ext>
            </a:extLst>
          </p:cNvPr>
          <p:cNvSpPr>
            <a:spLocks noGrp="1"/>
          </p:cNvSpPr>
          <p:nvPr>
            <p:ph type="body" sz="quarter" idx="13"/>
          </p:nvPr>
        </p:nvSpPr>
        <p:spPr>
          <a:xfrm>
            <a:off x="311172" y="921242"/>
            <a:ext cx="8424000" cy="3111111"/>
          </a:xfrm>
        </p:spPr>
        <p:txBody>
          <a:bodyPr/>
          <a:lstStyle/>
          <a:p>
            <a:pPr marL="342900" indent="-342900">
              <a:buFont typeface="+mj-lt"/>
              <a:buAutoNum type="arabicPeriod"/>
            </a:pPr>
            <a:r>
              <a:rPr lang="en-US" sz="1600" dirty="0">
                <a:solidFill>
                  <a:srgbClr val="1179BF"/>
                </a:solidFill>
              </a:rPr>
              <a:t>Overview</a:t>
            </a:r>
          </a:p>
          <a:p>
            <a:pPr marL="342900" indent="-342900">
              <a:buFont typeface="+mj-lt"/>
              <a:buAutoNum type="arabicPeriod"/>
            </a:pPr>
            <a:r>
              <a:rPr lang="en-US" sz="1600" dirty="0">
                <a:solidFill>
                  <a:srgbClr val="1179BF"/>
                </a:solidFill>
              </a:rPr>
              <a:t>Data and Service Flow  of Crypto Jobs</a:t>
            </a:r>
          </a:p>
          <a:p>
            <a:pPr marL="342900" indent="-342900">
              <a:buFont typeface="+mj-lt"/>
              <a:buAutoNum type="arabicPeriod"/>
            </a:pPr>
            <a:r>
              <a:rPr lang="en-US" sz="1600" dirty="0">
                <a:solidFill>
                  <a:srgbClr val="1179BF"/>
                </a:solidFill>
              </a:rPr>
              <a:t>Inter-Processor Communication (IPC)</a:t>
            </a:r>
          </a:p>
          <a:p>
            <a:pPr marL="342900" indent="-342900">
              <a:buFont typeface="+mj-lt"/>
              <a:buAutoNum type="arabicPeriod"/>
            </a:pPr>
            <a:r>
              <a:rPr lang="en-US" sz="1600" dirty="0">
                <a:solidFill>
                  <a:srgbClr val="1179BF"/>
                </a:solidFill>
              </a:rPr>
              <a:t>Integration</a:t>
            </a:r>
          </a:p>
          <a:p>
            <a:pPr marL="342900" indent="-342900">
              <a:buFont typeface="+mj-lt"/>
              <a:buAutoNum type="arabicPeriod"/>
            </a:pPr>
            <a:r>
              <a:rPr lang="en-US" sz="1600" dirty="0">
                <a:solidFill>
                  <a:srgbClr val="1179BF"/>
                </a:solidFill>
              </a:rPr>
              <a:t>HSM Memory Regions</a:t>
            </a:r>
          </a:p>
          <a:p>
            <a:pPr marL="342900" indent="-342900">
              <a:buFont typeface="+mj-lt"/>
              <a:buAutoNum type="arabicPeriod"/>
            </a:pPr>
            <a:r>
              <a:rPr lang="en-US" sz="1600" dirty="0"/>
              <a:t>HSM UCB Settings</a:t>
            </a:r>
          </a:p>
          <a:p>
            <a:pPr marL="342900" indent="-342900">
              <a:buFont typeface="+mj-lt"/>
              <a:buAutoNum type="arabicPeriod"/>
            </a:pPr>
            <a:r>
              <a:rPr lang="en-US" sz="1600" dirty="0">
                <a:solidFill>
                  <a:srgbClr val="1179BF"/>
                </a:solidFill>
              </a:rPr>
              <a:t>Synchronizing HSM and Application Cores</a:t>
            </a:r>
          </a:p>
          <a:p>
            <a:endParaRPr lang="en-IN" sz="1600" dirty="0"/>
          </a:p>
        </p:txBody>
      </p:sp>
    </p:spTree>
    <p:extLst>
      <p:ext uri="{BB962C8B-B14F-4D97-AF65-F5344CB8AC3E}">
        <p14:creationId xmlns:p14="http://schemas.microsoft.com/office/powerpoint/2010/main" val="1259162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781546-2D03-411A-B80F-7D5651D309D7}"/>
              </a:ext>
            </a:extLst>
          </p:cNvPr>
          <p:cNvSpPr>
            <a:spLocks noGrp="1"/>
          </p:cNvSpPr>
          <p:nvPr>
            <p:ph type="title"/>
          </p:nvPr>
        </p:nvSpPr>
        <p:spPr>
          <a:xfrm>
            <a:off x="360363" y="144001"/>
            <a:ext cx="8424001" cy="362026"/>
          </a:xfrm>
        </p:spPr>
        <p:txBody>
          <a:bodyPr/>
          <a:lstStyle/>
          <a:p>
            <a:r>
              <a:rPr lang="en-US" dirty="0"/>
              <a:t>HSM UCB Settings:</a:t>
            </a:r>
            <a:endParaRPr lang="en-IN" dirty="0"/>
          </a:p>
        </p:txBody>
      </p:sp>
      <p:sp>
        <p:nvSpPr>
          <p:cNvPr id="7" name="Content Placeholder 6">
            <a:extLst>
              <a:ext uri="{FF2B5EF4-FFF2-40B4-BE49-F238E27FC236}">
                <a16:creationId xmlns:a16="http://schemas.microsoft.com/office/drawing/2014/main" id="{D230FA88-8530-47C6-89CE-7EE390B5ACA0}"/>
              </a:ext>
            </a:extLst>
          </p:cNvPr>
          <p:cNvSpPr>
            <a:spLocks noGrp="1"/>
          </p:cNvSpPr>
          <p:nvPr>
            <p:ph idx="1"/>
          </p:nvPr>
        </p:nvSpPr>
        <p:spPr>
          <a:xfrm>
            <a:off x="360363" y="575744"/>
            <a:ext cx="8681544" cy="4107227"/>
          </a:xfrm>
        </p:spPr>
        <p:txBody>
          <a:bodyPr/>
          <a:lstStyle/>
          <a:p>
            <a:pPr marL="171450" indent="-171450">
              <a:buFont typeface="Arial" panose="020B0604020202020204" pitchFamily="34" charset="0"/>
              <a:buChar char="•"/>
            </a:pPr>
            <a:r>
              <a:rPr lang="en-US" dirty="0">
                <a:solidFill>
                  <a:srgbClr val="00ABE7"/>
                </a:solidFill>
              </a:rPr>
              <a:t>PROCONHSMCX(0~1)</a:t>
            </a:r>
            <a:r>
              <a:rPr lang="en-US" dirty="0"/>
              <a:t> : Register to set the sectors HSM Exclusive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solidFill>
                  <a:srgbClr val="00ABE7"/>
                </a:solidFill>
              </a:rPr>
              <a:t>PROCONHSMC0TP(0~1) : </a:t>
            </a:r>
            <a:r>
              <a:rPr lang="en-US" dirty="0"/>
              <a:t>Register to set the sectors One Time Programmable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solidFill>
                  <a:srgbClr val="00ABE7"/>
                </a:solidFill>
              </a:rPr>
              <a:t>PROCONHSMCFG:</a:t>
            </a:r>
            <a:r>
              <a:rPr lang="en-US" dirty="0"/>
              <a:t> Register to configure following settings:</a:t>
            </a:r>
          </a:p>
          <a:p>
            <a:pPr marL="387450" lvl="1" indent="-171450">
              <a:buFont typeface="Arial" panose="020B0604020202020204" pitchFamily="34" charset="0"/>
              <a:buChar char="•"/>
            </a:pPr>
            <a:r>
              <a:rPr lang="en-US" dirty="0">
                <a:solidFill>
                  <a:srgbClr val="1179BF"/>
                </a:solidFill>
              </a:rPr>
              <a:t>HSMBOOTEN (Bit 0) : </a:t>
            </a:r>
            <a:r>
              <a:rPr lang="en-US" dirty="0"/>
              <a:t>HSM Boot Enable. Setting this bit, HSM Boot will be enabled. Enabling this will make HSM firmware to look for application at the selected sector (see PRCONHSMCBS register)</a:t>
            </a:r>
            <a:endParaRPr lang="en-US" i="1" dirty="0">
              <a:solidFill>
                <a:srgbClr val="DD0C29"/>
              </a:solidFill>
            </a:endParaRPr>
          </a:p>
          <a:p>
            <a:pPr marL="387450" lvl="1" indent="-171450">
              <a:buFont typeface="Arial" panose="020B0604020202020204" pitchFamily="34" charset="0"/>
              <a:buChar char="•"/>
            </a:pPr>
            <a:r>
              <a:rPr lang="en-US" dirty="0">
                <a:solidFill>
                  <a:srgbClr val="1179BF"/>
                </a:solidFill>
              </a:rPr>
              <a:t>SSWWAIT (Bit 1): </a:t>
            </a:r>
            <a:r>
              <a:rPr lang="en-US" dirty="0"/>
              <a:t>Setting this bit will wait for HSM to release the jump to CPU0 to User code.</a:t>
            </a:r>
          </a:p>
          <a:p>
            <a:pPr marL="387450" lvl="1" indent="-171450">
              <a:buFont typeface="Arial" panose="020B0604020202020204" pitchFamily="34" charset="0"/>
              <a:buChar char="•"/>
            </a:pPr>
            <a:r>
              <a:rPr lang="en-US" dirty="0">
                <a:solidFill>
                  <a:srgbClr val="1179BF"/>
                </a:solidFill>
              </a:rPr>
              <a:t>HSMDX (Bit 2): </a:t>
            </a:r>
            <a:r>
              <a:rPr lang="en-US" dirty="0"/>
              <a:t>This bit indicates whether DFLASH1 logical sectors of EEPROM are configures as “HSM exclusive”</a:t>
            </a:r>
          </a:p>
          <a:p>
            <a:pPr marL="387450" lvl="1" indent="-171450">
              <a:buFont typeface="Arial" panose="020B0604020202020204" pitchFamily="34" charset="0"/>
              <a:buChar char="•"/>
            </a:pPr>
            <a:r>
              <a:rPr lang="en-US" dirty="0">
                <a:solidFill>
                  <a:srgbClr val="1179BF"/>
                </a:solidFill>
              </a:rPr>
              <a:t>HSMENRES (Bit 9~10): </a:t>
            </a:r>
            <a:r>
              <a:rPr lang="en-US" dirty="0"/>
              <a:t>This bit indicates whether HSM can trigger Reset. Setting both bit enables Reset.</a:t>
            </a:r>
          </a:p>
          <a:p>
            <a:pPr marL="387450" lvl="1"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solidFill>
                  <a:srgbClr val="00ABE7"/>
                </a:solidFill>
              </a:rPr>
              <a:t>PRCONHSMCBS:</a:t>
            </a:r>
            <a:r>
              <a:rPr lang="en-US" dirty="0"/>
              <a:t> Boot Sector Selector</a:t>
            </a:r>
          </a:p>
          <a:p>
            <a:pPr marL="387450" lvl="1" indent="-171450">
              <a:buFont typeface="Arial" panose="020B0604020202020204" pitchFamily="34" charset="0"/>
              <a:buChar char="•"/>
            </a:pPr>
            <a:r>
              <a:rPr lang="en-IN" dirty="0"/>
              <a:t>BOOTSEL0 (Bit 0~5): This field controls which of the HSM code sectors (S0~S39) is searched for boot code. </a:t>
            </a:r>
          </a:p>
          <a:p>
            <a:pPr lvl="1" indent="0">
              <a:buNone/>
            </a:pPr>
            <a:r>
              <a:rPr lang="en-US" i="1" dirty="0">
                <a:solidFill>
                  <a:srgbClr val="DD0C29"/>
                </a:solidFill>
              </a:rPr>
              <a:t>If this bit is Set without having valid HSM application at selected code sectors and HSM Boot enable, ECU will be locked forever</a:t>
            </a:r>
          </a:p>
          <a:p>
            <a:pPr lvl="1" indent="0">
              <a:buNone/>
            </a:pPr>
            <a:endParaRPr lang="en-IN" i="1" dirty="0">
              <a:solidFill>
                <a:srgbClr val="DD0C29"/>
              </a:solidFill>
            </a:endParaRPr>
          </a:p>
          <a:p>
            <a:pPr lvl="1" indent="0">
              <a:buNone/>
            </a:pPr>
            <a:r>
              <a:rPr lang="en-IN" dirty="0">
                <a:solidFill>
                  <a:srgbClr val="1179BF"/>
                </a:solidFill>
              </a:rPr>
              <a:t>Note: Both UCB (ORG and COPY) has to be configured. Above UCB used as following address range,</a:t>
            </a:r>
          </a:p>
          <a:p>
            <a:pPr lvl="1" indent="0">
              <a:buNone/>
            </a:pPr>
            <a:r>
              <a:rPr lang="en-IN" dirty="0">
                <a:solidFill>
                  <a:srgbClr val="1179BF"/>
                </a:solidFill>
              </a:rPr>
              <a:t>ORG: AF40 2800 ~ AF40 2BFF</a:t>
            </a:r>
          </a:p>
          <a:p>
            <a:pPr lvl="1" indent="0">
              <a:buNone/>
            </a:pPr>
            <a:r>
              <a:rPr lang="en-IN" dirty="0">
                <a:solidFill>
                  <a:srgbClr val="1179BF"/>
                </a:solidFill>
              </a:rPr>
              <a:t>COPY: AF40 3800 ~ AF40 3BFF</a:t>
            </a:r>
          </a:p>
        </p:txBody>
      </p:sp>
      <p:sp>
        <p:nvSpPr>
          <p:cNvPr id="2" name="Footer Placeholder 1">
            <a:extLst>
              <a:ext uri="{FF2B5EF4-FFF2-40B4-BE49-F238E27FC236}">
                <a16:creationId xmlns:a16="http://schemas.microsoft.com/office/drawing/2014/main" id="{CF894C1F-45BC-4B86-BB16-9940B2091B93}"/>
              </a:ext>
            </a:extLst>
          </p:cNvPr>
          <p:cNvSpPr>
            <a:spLocks noGrp="1"/>
          </p:cNvSpPr>
          <p:nvPr>
            <p:ph type="ftr" sz="quarter" idx="11"/>
          </p:nvPr>
        </p:nvSpPr>
        <p:spPr/>
        <p:txBody>
          <a:bodyPr/>
          <a:lstStyle/>
          <a:p>
            <a:pPr>
              <a:lnSpc>
                <a:spcPts val="800"/>
              </a:lnSpc>
            </a:pPr>
            <a:endParaRPr lang="en-IN" dirty="0">
              <a:solidFill>
                <a:srgbClr val="FFFFFF"/>
              </a:solidFill>
            </a:endParaRPr>
          </a:p>
        </p:txBody>
      </p:sp>
      <p:sp>
        <p:nvSpPr>
          <p:cNvPr id="3" name="Slide Number Placeholder 2">
            <a:extLst>
              <a:ext uri="{FF2B5EF4-FFF2-40B4-BE49-F238E27FC236}">
                <a16:creationId xmlns:a16="http://schemas.microsoft.com/office/drawing/2014/main" id="{B3A9AD69-EACC-429B-A433-92A635D3B7AF}"/>
              </a:ext>
            </a:extLst>
          </p:cNvPr>
          <p:cNvSpPr>
            <a:spLocks noGrp="1"/>
          </p:cNvSpPr>
          <p:nvPr>
            <p:ph type="sldNum" sz="quarter" idx="12"/>
          </p:nvPr>
        </p:nvSpPr>
        <p:spPr/>
        <p:txBody>
          <a:bodyPr/>
          <a:lstStyle/>
          <a:p>
            <a:pPr algn="r">
              <a:lnSpc>
                <a:spcPts val="800"/>
              </a:lnSpc>
            </a:pPr>
            <a:fld id="{D985BC7C-F6A2-4FED-9217-735A5E10A319}" type="slidenum">
              <a:rPr lang="en-IN" smtClean="0">
                <a:solidFill>
                  <a:srgbClr val="FFFFFF"/>
                </a:solidFill>
              </a:rPr>
              <a:pPr algn="r">
                <a:lnSpc>
                  <a:spcPts val="800"/>
                </a:lnSpc>
              </a:pPr>
              <a:t>18</a:t>
            </a:fld>
            <a:endParaRPr lang="en-IN" dirty="0">
              <a:solidFill>
                <a:srgbClr val="FFFFFF"/>
              </a:solidFill>
            </a:endParaRPr>
          </a:p>
        </p:txBody>
      </p:sp>
      <p:pic>
        <p:nvPicPr>
          <p:cNvPr id="4" name="Picture 3">
            <a:extLst>
              <a:ext uri="{FF2B5EF4-FFF2-40B4-BE49-F238E27FC236}">
                <a16:creationId xmlns:a16="http://schemas.microsoft.com/office/drawing/2014/main" id="{FFB3933A-63F3-4BDB-949D-53026A22F8A8}"/>
              </a:ext>
            </a:extLst>
          </p:cNvPr>
          <p:cNvPicPr>
            <a:picLocks noChangeAspect="1"/>
          </p:cNvPicPr>
          <p:nvPr/>
        </p:nvPicPr>
        <p:blipFill>
          <a:blip r:embed="rId2"/>
          <a:stretch>
            <a:fillRect/>
          </a:stretch>
        </p:blipFill>
        <p:spPr>
          <a:xfrm>
            <a:off x="5859820" y="715219"/>
            <a:ext cx="3224220" cy="778260"/>
          </a:xfrm>
          <a:prstGeom prst="rect">
            <a:avLst/>
          </a:prstGeom>
          <a:ln>
            <a:solidFill>
              <a:schemeClr val="accent1"/>
            </a:solidFill>
          </a:ln>
        </p:spPr>
      </p:pic>
    </p:spTree>
    <p:extLst>
      <p:ext uri="{BB962C8B-B14F-4D97-AF65-F5344CB8AC3E}">
        <p14:creationId xmlns:p14="http://schemas.microsoft.com/office/powerpoint/2010/main" val="3249765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478F36-07B9-493F-812D-03DC839778B9}"/>
              </a:ext>
            </a:extLst>
          </p:cNvPr>
          <p:cNvSpPr>
            <a:spLocks noGrp="1"/>
          </p:cNvSpPr>
          <p:nvPr>
            <p:ph type="ftr" sz="quarter" idx="10"/>
          </p:nvPr>
        </p:nvSpPr>
        <p:spPr/>
        <p:txBody>
          <a:bodyPr/>
          <a:lstStyle/>
          <a:p>
            <a:endParaRPr lang="de-DE" dirty="0"/>
          </a:p>
        </p:txBody>
      </p:sp>
      <p:sp>
        <p:nvSpPr>
          <p:cNvPr id="5" name="Slide Number Placeholder 4">
            <a:extLst>
              <a:ext uri="{FF2B5EF4-FFF2-40B4-BE49-F238E27FC236}">
                <a16:creationId xmlns:a16="http://schemas.microsoft.com/office/drawing/2014/main" id="{225A8680-D76A-4574-AA9E-3F2FD9078C76}"/>
              </a:ext>
            </a:extLst>
          </p:cNvPr>
          <p:cNvSpPr>
            <a:spLocks noGrp="1"/>
          </p:cNvSpPr>
          <p:nvPr>
            <p:ph type="sldNum" sz="quarter" idx="11"/>
          </p:nvPr>
        </p:nvSpPr>
        <p:spPr/>
        <p:txBody>
          <a:bodyPr/>
          <a:lstStyle/>
          <a:p>
            <a:fld id="{AE839375-43AA-4A5D-B991-4343C4570BCB}" type="slidenum">
              <a:rPr lang="de-DE" smtClean="0"/>
              <a:t>19</a:t>
            </a:fld>
            <a:endParaRPr lang="de-DE"/>
          </a:p>
        </p:txBody>
      </p:sp>
      <p:sp>
        <p:nvSpPr>
          <p:cNvPr id="8" name="Text Placeholder 7">
            <a:extLst>
              <a:ext uri="{FF2B5EF4-FFF2-40B4-BE49-F238E27FC236}">
                <a16:creationId xmlns:a16="http://schemas.microsoft.com/office/drawing/2014/main" id="{0B8DA892-5ED6-48E9-BC9C-D07B74506381}"/>
              </a:ext>
            </a:extLst>
          </p:cNvPr>
          <p:cNvSpPr>
            <a:spLocks noGrp="1"/>
          </p:cNvSpPr>
          <p:nvPr>
            <p:ph type="body" sz="quarter" idx="12"/>
          </p:nvPr>
        </p:nvSpPr>
        <p:spPr/>
        <p:txBody>
          <a:bodyPr/>
          <a:lstStyle/>
          <a:p>
            <a:r>
              <a:rPr lang="en-US" sz="3200" dirty="0"/>
              <a:t>Agenda</a:t>
            </a:r>
            <a:endParaRPr lang="en-IN" sz="3200" dirty="0"/>
          </a:p>
        </p:txBody>
      </p:sp>
      <p:sp>
        <p:nvSpPr>
          <p:cNvPr id="9" name="Text Placeholder 8">
            <a:extLst>
              <a:ext uri="{FF2B5EF4-FFF2-40B4-BE49-F238E27FC236}">
                <a16:creationId xmlns:a16="http://schemas.microsoft.com/office/drawing/2014/main" id="{AF2BDAFA-2E09-4CC1-9F7F-6F045C3D0C90}"/>
              </a:ext>
            </a:extLst>
          </p:cNvPr>
          <p:cNvSpPr>
            <a:spLocks noGrp="1"/>
          </p:cNvSpPr>
          <p:nvPr>
            <p:ph type="body" sz="quarter" idx="13"/>
          </p:nvPr>
        </p:nvSpPr>
        <p:spPr>
          <a:xfrm>
            <a:off x="311172" y="921242"/>
            <a:ext cx="8424000" cy="3111111"/>
          </a:xfrm>
        </p:spPr>
        <p:txBody>
          <a:bodyPr/>
          <a:lstStyle/>
          <a:p>
            <a:pPr marL="342900" indent="-342900">
              <a:buFont typeface="+mj-lt"/>
              <a:buAutoNum type="arabicPeriod"/>
            </a:pPr>
            <a:r>
              <a:rPr lang="en-US" sz="1600" dirty="0">
                <a:solidFill>
                  <a:srgbClr val="1179BF"/>
                </a:solidFill>
              </a:rPr>
              <a:t>Overview</a:t>
            </a:r>
          </a:p>
          <a:p>
            <a:pPr marL="342900" indent="-342900">
              <a:buFont typeface="+mj-lt"/>
              <a:buAutoNum type="arabicPeriod"/>
            </a:pPr>
            <a:r>
              <a:rPr lang="en-US" sz="1600" dirty="0">
                <a:solidFill>
                  <a:srgbClr val="1179BF"/>
                </a:solidFill>
              </a:rPr>
              <a:t>Data and Service Flow  of Crypto Jobs</a:t>
            </a:r>
          </a:p>
          <a:p>
            <a:pPr marL="342900" indent="-342900">
              <a:buFont typeface="+mj-lt"/>
              <a:buAutoNum type="arabicPeriod"/>
            </a:pPr>
            <a:r>
              <a:rPr lang="en-US" sz="1600" dirty="0">
                <a:solidFill>
                  <a:srgbClr val="1179BF"/>
                </a:solidFill>
              </a:rPr>
              <a:t>Inter-Processor Communication (IPC)</a:t>
            </a:r>
          </a:p>
          <a:p>
            <a:pPr marL="342900" indent="-342900">
              <a:buFont typeface="+mj-lt"/>
              <a:buAutoNum type="arabicPeriod"/>
            </a:pPr>
            <a:r>
              <a:rPr lang="en-US" sz="1600" dirty="0">
                <a:solidFill>
                  <a:srgbClr val="1179BF"/>
                </a:solidFill>
              </a:rPr>
              <a:t>Integration</a:t>
            </a:r>
          </a:p>
          <a:p>
            <a:pPr marL="342900" indent="-342900">
              <a:buFont typeface="+mj-lt"/>
              <a:buAutoNum type="arabicPeriod"/>
            </a:pPr>
            <a:r>
              <a:rPr lang="en-US" sz="1600" dirty="0">
                <a:solidFill>
                  <a:srgbClr val="1179BF"/>
                </a:solidFill>
              </a:rPr>
              <a:t>HSM Memory Regions</a:t>
            </a:r>
          </a:p>
          <a:p>
            <a:pPr marL="342900" indent="-342900">
              <a:buFont typeface="+mj-lt"/>
              <a:buAutoNum type="arabicPeriod"/>
            </a:pPr>
            <a:r>
              <a:rPr lang="en-US" sz="1600" dirty="0">
                <a:solidFill>
                  <a:srgbClr val="1179BF"/>
                </a:solidFill>
              </a:rPr>
              <a:t>HSM UCB Settings</a:t>
            </a:r>
          </a:p>
          <a:p>
            <a:pPr marL="342900" indent="-342900">
              <a:buFont typeface="+mj-lt"/>
              <a:buAutoNum type="arabicPeriod"/>
            </a:pPr>
            <a:r>
              <a:rPr lang="en-US" sz="1600" dirty="0"/>
              <a:t>Synchronizing HSM and Application Cores</a:t>
            </a:r>
          </a:p>
          <a:p>
            <a:endParaRPr lang="en-IN" sz="1600" dirty="0"/>
          </a:p>
        </p:txBody>
      </p:sp>
    </p:spTree>
    <p:extLst>
      <p:ext uri="{BB962C8B-B14F-4D97-AF65-F5344CB8AC3E}">
        <p14:creationId xmlns:p14="http://schemas.microsoft.com/office/powerpoint/2010/main" val="2769766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781546-2D03-411A-B80F-7D5651D309D7}"/>
              </a:ext>
            </a:extLst>
          </p:cNvPr>
          <p:cNvSpPr>
            <a:spLocks noGrp="1"/>
          </p:cNvSpPr>
          <p:nvPr>
            <p:ph type="title"/>
          </p:nvPr>
        </p:nvSpPr>
        <p:spPr>
          <a:xfrm>
            <a:off x="360363" y="144001"/>
            <a:ext cx="8424001" cy="362026"/>
          </a:xfrm>
        </p:spPr>
        <p:txBody>
          <a:bodyPr/>
          <a:lstStyle/>
          <a:p>
            <a:r>
              <a:rPr lang="en-US" dirty="0"/>
              <a:t>Synchronizing HSM and Application Core:</a:t>
            </a:r>
            <a:endParaRPr lang="en-IN" dirty="0"/>
          </a:p>
        </p:txBody>
      </p:sp>
      <p:sp>
        <p:nvSpPr>
          <p:cNvPr id="7" name="Content Placeholder 6">
            <a:extLst>
              <a:ext uri="{FF2B5EF4-FFF2-40B4-BE49-F238E27FC236}">
                <a16:creationId xmlns:a16="http://schemas.microsoft.com/office/drawing/2014/main" id="{D230FA88-8530-47C6-89CE-7EE390B5ACA0}"/>
              </a:ext>
            </a:extLst>
          </p:cNvPr>
          <p:cNvSpPr>
            <a:spLocks noGrp="1"/>
          </p:cNvSpPr>
          <p:nvPr>
            <p:ph idx="1"/>
          </p:nvPr>
        </p:nvSpPr>
        <p:spPr>
          <a:xfrm>
            <a:off x="360363" y="575744"/>
            <a:ext cx="8681544" cy="4107227"/>
          </a:xfrm>
        </p:spPr>
        <p:txBody>
          <a:bodyPr/>
          <a:lstStyle/>
          <a:p>
            <a:pPr marL="171450" indent="-171450">
              <a:buFont typeface="Arial" panose="020B0604020202020204" pitchFamily="34" charset="0"/>
              <a:buChar char="•"/>
            </a:pPr>
            <a:r>
              <a:rPr lang="en-US" dirty="0" err="1"/>
              <a:t>vHsm</a:t>
            </a:r>
            <a:r>
              <a:rPr lang="en-US" dirty="0"/>
              <a:t> automatically starts the applications cores if the SSW on application side waits for it. To enable this behavior, the corresponding bit in </a:t>
            </a:r>
            <a:r>
              <a:rPr lang="en-US" dirty="0">
                <a:solidFill>
                  <a:srgbClr val="00ABE7"/>
                </a:solidFill>
              </a:rPr>
              <a:t>PROCONHSMCFG</a:t>
            </a:r>
            <a:r>
              <a:rPr lang="en-US" dirty="0"/>
              <a:t> must be set.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IN" dirty="0"/>
              <a:t>For configuration where the application cores start automatically, it is required to wait for the </a:t>
            </a:r>
            <a:r>
              <a:rPr lang="en-IN" dirty="0" err="1"/>
              <a:t>vHsm</a:t>
            </a:r>
            <a:r>
              <a:rPr lang="en-IN" dirty="0"/>
              <a:t> to be fully operational on application side before the </a:t>
            </a:r>
            <a:r>
              <a:rPr lang="en-IN" dirty="0" err="1"/>
              <a:t>vHsm</a:t>
            </a:r>
            <a:r>
              <a:rPr lang="en-IN" dirty="0"/>
              <a:t> crypto driver is initialized. This can be obtained by calling </a:t>
            </a:r>
            <a:r>
              <a:rPr lang="en-IN" dirty="0">
                <a:solidFill>
                  <a:srgbClr val="00ABE7"/>
                </a:solidFill>
              </a:rPr>
              <a:t>Crypto_30_vHsm_WaitForHsmRam() </a:t>
            </a:r>
            <a:r>
              <a:rPr lang="en-IN" dirty="0"/>
              <a:t>function</a:t>
            </a:r>
          </a:p>
          <a:p>
            <a:pPr marL="171450" indent="-171450">
              <a:buFont typeface="Arial" panose="020B0604020202020204" pitchFamily="34" charset="0"/>
              <a:buChar char="•"/>
            </a:pPr>
            <a:endParaRPr lang="en-IN" dirty="0"/>
          </a:p>
          <a:p>
            <a:r>
              <a:rPr lang="en-IN" dirty="0">
                <a:solidFill>
                  <a:srgbClr val="00ABE7"/>
                </a:solidFill>
              </a:rPr>
              <a:t>This function internally wait until following status is read, </a:t>
            </a:r>
          </a:p>
          <a:p>
            <a:pPr marL="228600" indent="-228600">
              <a:buFont typeface="+mj-lt"/>
              <a:buAutoNum type="arabicPeriod"/>
            </a:pPr>
            <a:r>
              <a:rPr lang="en-IN" dirty="0"/>
              <a:t>HSM2HST (0xF0040034) register read as 0x03</a:t>
            </a:r>
          </a:p>
          <a:p>
            <a:pPr marL="228600" indent="-228600">
              <a:buFont typeface="+mj-lt"/>
              <a:buAutoNum type="arabicPeriod"/>
            </a:pPr>
            <a:endParaRPr lang="en-IN" dirty="0"/>
          </a:p>
          <a:p>
            <a:pPr marL="228600" indent="-228600">
              <a:buFont typeface="+mj-lt"/>
              <a:buAutoNum type="arabicPeriod"/>
            </a:pPr>
            <a:endParaRPr lang="en-IN" dirty="0"/>
          </a:p>
          <a:p>
            <a:pPr marL="228600" indent="-228600">
              <a:buFont typeface="+mj-lt"/>
              <a:buAutoNum type="arabicPeriod"/>
            </a:pPr>
            <a:endParaRPr lang="en-IN" dirty="0"/>
          </a:p>
          <a:p>
            <a:pPr marL="228600" indent="-228600">
              <a:buFont typeface="+mj-lt"/>
              <a:buAutoNum type="arabicPeriod"/>
            </a:pPr>
            <a:r>
              <a:rPr lang="en-IN" dirty="0"/>
              <a:t>HST2HSM (0xF0040038) register read as “No. of Instances”. </a:t>
            </a:r>
          </a:p>
          <a:p>
            <a:pPr lvl="1" indent="0">
              <a:buNone/>
            </a:pPr>
            <a:r>
              <a:rPr lang="en-IN" dirty="0"/>
              <a:t>For e.g. if one IPC instance is created, value is “1”.</a:t>
            </a:r>
          </a:p>
          <a:p>
            <a:pPr marL="228600" indent="-228600">
              <a:buFont typeface="+mj-lt"/>
              <a:buAutoNum type="arabicPeriod"/>
            </a:pPr>
            <a:endParaRPr lang="en-IN" dirty="0"/>
          </a:p>
          <a:p>
            <a:pPr marL="171450" indent="-171450">
              <a:buFont typeface="Arial" panose="020B0604020202020204" pitchFamily="34" charset="0"/>
              <a:buChar char="•"/>
            </a:pPr>
            <a:endParaRPr lang="en-IN" dirty="0"/>
          </a:p>
        </p:txBody>
      </p:sp>
      <p:sp>
        <p:nvSpPr>
          <p:cNvPr id="2" name="Footer Placeholder 1">
            <a:extLst>
              <a:ext uri="{FF2B5EF4-FFF2-40B4-BE49-F238E27FC236}">
                <a16:creationId xmlns:a16="http://schemas.microsoft.com/office/drawing/2014/main" id="{CF894C1F-45BC-4B86-BB16-9940B2091B93}"/>
              </a:ext>
            </a:extLst>
          </p:cNvPr>
          <p:cNvSpPr>
            <a:spLocks noGrp="1"/>
          </p:cNvSpPr>
          <p:nvPr>
            <p:ph type="ftr" sz="quarter" idx="11"/>
          </p:nvPr>
        </p:nvSpPr>
        <p:spPr/>
        <p:txBody>
          <a:bodyPr/>
          <a:lstStyle/>
          <a:p>
            <a:pPr>
              <a:lnSpc>
                <a:spcPts val="800"/>
              </a:lnSpc>
            </a:pPr>
            <a:endParaRPr lang="en-IN" dirty="0">
              <a:solidFill>
                <a:srgbClr val="FFFFFF"/>
              </a:solidFill>
            </a:endParaRPr>
          </a:p>
        </p:txBody>
      </p:sp>
      <p:sp>
        <p:nvSpPr>
          <p:cNvPr id="3" name="Slide Number Placeholder 2">
            <a:extLst>
              <a:ext uri="{FF2B5EF4-FFF2-40B4-BE49-F238E27FC236}">
                <a16:creationId xmlns:a16="http://schemas.microsoft.com/office/drawing/2014/main" id="{B3A9AD69-EACC-429B-A433-92A635D3B7AF}"/>
              </a:ext>
            </a:extLst>
          </p:cNvPr>
          <p:cNvSpPr>
            <a:spLocks noGrp="1"/>
          </p:cNvSpPr>
          <p:nvPr>
            <p:ph type="sldNum" sz="quarter" idx="12"/>
          </p:nvPr>
        </p:nvSpPr>
        <p:spPr/>
        <p:txBody>
          <a:bodyPr/>
          <a:lstStyle/>
          <a:p>
            <a:pPr algn="r">
              <a:lnSpc>
                <a:spcPts val="800"/>
              </a:lnSpc>
            </a:pPr>
            <a:fld id="{D985BC7C-F6A2-4FED-9217-735A5E10A319}" type="slidenum">
              <a:rPr lang="en-IN" smtClean="0">
                <a:solidFill>
                  <a:srgbClr val="FFFFFF"/>
                </a:solidFill>
              </a:rPr>
              <a:pPr algn="r">
                <a:lnSpc>
                  <a:spcPts val="800"/>
                </a:lnSpc>
              </a:pPr>
              <a:t>20</a:t>
            </a:fld>
            <a:endParaRPr lang="en-IN" dirty="0">
              <a:solidFill>
                <a:srgbClr val="FFFFFF"/>
              </a:solidFill>
            </a:endParaRPr>
          </a:p>
        </p:txBody>
      </p:sp>
      <p:pic>
        <p:nvPicPr>
          <p:cNvPr id="5" name="Picture 4">
            <a:extLst>
              <a:ext uri="{FF2B5EF4-FFF2-40B4-BE49-F238E27FC236}">
                <a16:creationId xmlns:a16="http://schemas.microsoft.com/office/drawing/2014/main" id="{3496EEE9-7E7A-4CCA-A3B6-2A27BB57B2F0}"/>
              </a:ext>
            </a:extLst>
          </p:cNvPr>
          <p:cNvPicPr>
            <a:picLocks noChangeAspect="1"/>
          </p:cNvPicPr>
          <p:nvPr/>
        </p:nvPicPr>
        <p:blipFill>
          <a:blip r:embed="rId2"/>
          <a:stretch>
            <a:fillRect/>
          </a:stretch>
        </p:blipFill>
        <p:spPr>
          <a:xfrm>
            <a:off x="561212" y="2460810"/>
            <a:ext cx="2290476" cy="509524"/>
          </a:xfrm>
          <a:prstGeom prst="rect">
            <a:avLst/>
          </a:prstGeom>
        </p:spPr>
      </p:pic>
      <p:pic>
        <p:nvPicPr>
          <p:cNvPr id="8" name="Picture 7">
            <a:extLst>
              <a:ext uri="{FF2B5EF4-FFF2-40B4-BE49-F238E27FC236}">
                <a16:creationId xmlns:a16="http://schemas.microsoft.com/office/drawing/2014/main" id="{E215520A-CC7E-4B46-ACDA-6EE5E04EE6DB}"/>
              </a:ext>
            </a:extLst>
          </p:cNvPr>
          <p:cNvPicPr>
            <a:picLocks noChangeAspect="1"/>
          </p:cNvPicPr>
          <p:nvPr/>
        </p:nvPicPr>
        <p:blipFill>
          <a:blip r:embed="rId3"/>
          <a:stretch>
            <a:fillRect/>
          </a:stretch>
        </p:blipFill>
        <p:spPr>
          <a:xfrm>
            <a:off x="561213" y="3570623"/>
            <a:ext cx="2579778" cy="706534"/>
          </a:xfrm>
          <a:prstGeom prst="rect">
            <a:avLst/>
          </a:prstGeom>
        </p:spPr>
      </p:pic>
      <p:sp>
        <p:nvSpPr>
          <p:cNvPr id="9" name="TextBox 8">
            <a:extLst>
              <a:ext uri="{FF2B5EF4-FFF2-40B4-BE49-F238E27FC236}">
                <a16:creationId xmlns:a16="http://schemas.microsoft.com/office/drawing/2014/main" id="{F7291B03-CEBC-4F68-B70D-30EB19314C9C}"/>
              </a:ext>
            </a:extLst>
          </p:cNvPr>
          <p:cNvSpPr txBox="1"/>
          <p:nvPr/>
        </p:nvSpPr>
        <p:spPr>
          <a:xfrm>
            <a:off x="5440453" y="2846348"/>
            <a:ext cx="3163548" cy="1661993"/>
          </a:xfrm>
          <a:prstGeom prst="rect">
            <a:avLst/>
          </a:prstGeom>
          <a:noFill/>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sz="1200" b="0" i="0" u="none" strike="noStrike" kern="0" cap="none" spc="0" normalizeH="0" baseline="0" noProof="0" dirty="0">
                <a:ln>
                  <a:noFill/>
                </a:ln>
                <a:solidFill>
                  <a:srgbClr val="FF0000"/>
                </a:solidFill>
                <a:effectLst/>
                <a:uLnTx/>
                <a:uFillTx/>
              </a:rPr>
              <a:t>Note:</a:t>
            </a:r>
          </a:p>
          <a:p>
            <a:pPr marL="171450" marR="0" indent="-171450" defTabSz="914400" eaLnBrk="1" fontAlgn="base" latinLnBrk="0" hangingPunct="1">
              <a:lnSpc>
                <a:spcPct val="100000"/>
              </a:lnSpc>
              <a:spcBef>
                <a:spcPts val="0"/>
              </a:spcBef>
              <a:spcAft>
                <a:spcPct val="0"/>
              </a:spcAft>
              <a:buClrTx/>
              <a:buSzTx/>
              <a:buFont typeface="Wingdings" panose="05000000000000000000" pitchFamily="2" charset="2"/>
              <a:buChar char="ü"/>
              <a:tabLst/>
            </a:pPr>
            <a:r>
              <a:rPr lang="en-US" sz="1200" kern="0" dirty="0">
                <a:solidFill>
                  <a:srgbClr val="000000"/>
                </a:solidFill>
              </a:rPr>
              <a:t>HST2HSM register needs to be initialed to zero once at the very beginning during the host startup. This is because on some hardware revision the register might not be zero at startup.</a:t>
            </a:r>
          </a:p>
          <a:p>
            <a:pPr marL="171450" marR="0" indent="-171450" defTabSz="914400" eaLnBrk="1" fontAlgn="base" latinLnBrk="0" hangingPunct="1">
              <a:lnSpc>
                <a:spcPct val="100000"/>
              </a:lnSpc>
              <a:spcBef>
                <a:spcPts val="0"/>
              </a:spcBef>
              <a:spcAft>
                <a:spcPct val="0"/>
              </a:spcAft>
              <a:buClrTx/>
              <a:buSzTx/>
              <a:buFont typeface="Wingdings" panose="05000000000000000000" pitchFamily="2" charset="2"/>
              <a:buChar char="ü"/>
              <a:tabLst/>
            </a:pPr>
            <a:r>
              <a:rPr lang="en-US" sz="1200" kern="0" dirty="0">
                <a:solidFill>
                  <a:srgbClr val="000000"/>
                </a:solidFill>
              </a:rPr>
              <a:t>This may stop HSM module consider wrong number of IPC initialization which in turn stop IPC initialization in </a:t>
            </a:r>
            <a:r>
              <a:rPr lang="en-US" sz="1200" kern="0" dirty="0" err="1">
                <a:solidFill>
                  <a:srgbClr val="000000"/>
                </a:solidFill>
              </a:rPr>
              <a:t>vHSM</a:t>
            </a:r>
            <a:r>
              <a:rPr lang="en-US" sz="1200" kern="0" dirty="0">
                <a:solidFill>
                  <a:srgbClr val="000000"/>
                </a:solidFill>
              </a:rPr>
              <a:t> application.</a:t>
            </a:r>
            <a:endParaRPr kumimoji="0" lang="en-IN" sz="12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394506840"/>
      </p:ext>
    </p:extLst>
  </p:cSld>
  <p:clrMapOvr>
    <a:masterClrMapping/>
  </p:clrMapOvr>
</p:sld>
</file>

<file path=ppt/theme/theme1.xml><?xml version="1.0" encoding="utf-8"?>
<a:theme xmlns:a="http://schemas.openxmlformats.org/drawingml/2006/main" name="ZF AG">
  <a:themeElements>
    <a:clrScheme name="© ZF Friedrichshafen AG">
      <a:dk1>
        <a:srgbClr val="000000"/>
      </a:dk1>
      <a:lt1>
        <a:srgbClr val="FFFFFF"/>
      </a:lt1>
      <a:dk2>
        <a:srgbClr val="00ABE7"/>
      </a:dk2>
      <a:lt2>
        <a:srgbClr val="BFBFBF"/>
      </a:lt2>
      <a:accent1>
        <a:srgbClr val="7FA5BC"/>
      </a:accent1>
      <a:accent2>
        <a:srgbClr val="7FD5F3"/>
      </a:accent2>
      <a:accent3>
        <a:srgbClr val="BFEAF9"/>
      </a:accent3>
      <a:accent4>
        <a:srgbClr val="004D7A"/>
      </a:accent4>
      <a:accent5>
        <a:srgbClr val="1179BF"/>
      </a:accent5>
      <a:accent6>
        <a:srgbClr val="81BCDF"/>
      </a:accent6>
      <a:hlink>
        <a:srgbClr val="00ABE7"/>
      </a:hlink>
      <a:folHlink>
        <a:srgbClr val="7FD5F3"/>
      </a:folHlink>
    </a:clrScheme>
    <a:fontScheme name="© ZF Friedrichshafen AG">
      <a:majorFont>
        <a:latin typeface="Tahoma"/>
        <a:ea typeface=""/>
        <a:cs typeface=""/>
      </a:majorFont>
      <a:minorFont>
        <a:latin typeface="Tahoma"/>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7FD5F3"/>
        </a:solidFill>
        <a:ln w="12700" cap="flat" cmpd="sng" algn="ctr">
          <a:noFill/>
          <a:prstDash val="solid"/>
        </a:ln>
        <a:effectLst/>
      </a:spPr>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defPPr marL="0" marR="0" indent="0" algn="ctr" defTabSz="914400" eaLnBrk="1" fontAlgn="base" latinLnBrk="0" hangingPunct="1">
          <a:lnSpc>
            <a:spcPct val="100000"/>
          </a:lnSpc>
          <a:spcBef>
            <a:spcPts val="0"/>
          </a:spcBef>
          <a:spcAft>
            <a:spcPct val="0"/>
          </a:spcAft>
          <a:buClrTx/>
          <a:buSzTx/>
          <a:buFontTx/>
          <a:buNone/>
          <a:tabLst/>
          <a:defRPr kumimoji="0" sz="1200" b="0" i="0" u="none" strike="noStrike" kern="0" cap="none" spc="0" normalizeH="0" baseline="0" noProof="0" dirty="0" err="1" smtClean="0">
            <a:ln>
              <a:noFill/>
            </a:ln>
            <a:solidFill>
              <a:srgbClr val="000000"/>
            </a:solidFill>
            <a:effectLst/>
            <a:uLnTx/>
            <a:uFillTx/>
            <a:latin typeface="Tahoma"/>
            <a:ea typeface="+mn-ea"/>
            <a:cs typeface="Tahoma" pitchFamily="34" charset="0"/>
          </a:defRPr>
        </a:defPPr>
      </a:lstStyle>
    </a:spDef>
    <a:lnDef>
      <a:spPr>
        <a:noFill/>
        <a:ln w="28575" cap="rnd" cmpd="sng" algn="ctr">
          <a:solidFill>
            <a:srgbClr val="00ABE7"/>
          </a:solidFill>
          <a:prstDash val="sysDot"/>
          <a:round/>
        </a:ln>
        <a:effectLst/>
      </a:spPr>
      <a:bodyPr/>
      <a:lstStyle/>
    </a:lnDef>
    <a:txDef>
      <a:spPr>
        <a:noFill/>
      </a:spPr>
      <a:bodyPr wrap="square" lIns="0" tIns="0" rIns="0" bIns="0" rtlCol="0">
        <a:spAutoFit/>
      </a:bodyPr>
      <a:lstStyle>
        <a:defPPr marL="0" marR="0" indent="0" defTabSz="914400" eaLnBrk="1" fontAlgn="base" latinLnBrk="0" hangingPunct="1">
          <a:lnSpc>
            <a:spcPct val="100000"/>
          </a:lnSpc>
          <a:spcBef>
            <a:spcPts val="0"/>
          </a:spcBef>
          <a:spcAft>
            <a:spcPct val="0"/>
          </a:spcAft>
          <a:buClrTx/>
          <a:buSzTx/>
          <a:buFontTx/>
          <a:buNone/>
          <a:tabLst/>
          <a:defRPr kumimoji="0" sz="1200" b="0" i="0" u="none" strike="noStrike" kern="0" cap="none" spc="0" normalizeH="0" baseline="0" noProof="0" dirty="0" smtClean="0">
            <a:ln>
              <a:noFill/>
            </a:ln>
            <a:solidFill>
              <a:srgbClr val="000000"/>
            </a:solidFill>
            <a:effectLst/>
            <a:uLnTx/>
            <a:uFillTx/>
          </a:defRPr>
        </a:defPPr>
      </a:lstStyle>
    </a:txDef>
  </a:objectDefaults>
  <a:extraClrSchemeLst/>
  <a:custClrLst>
    <a:custClr name="ZF Cyan 100%">
      <a:srgbClr val="00ABE7"/>
    </a:custClr>
    <a:custClr name="ZF Cyan 50%">
      <a:srgbClr val="7FD5F3"/>
    </a:custClr>
    <a:custClr name="ZF Cyan 25%">
      <a:srgbClr val="BFEAF9"/>
    </a:custClr>
    <a:custClr>
      <a:srgbClr val="FFFFFF"/>
    </a:custClr>
    <a:custClr name="ZF Blue 100%">
      <a:srgbClr val="1179BF"/>
    </a:custClr>
    <a:custClr name="ZF Blue 50%">
      <a:srgbClr val="81BCDF"/>
    </a:custClr>
    <a:custClr>
      <a:srgbClr val="FFFFFF"/>
    </a:custClr>
    <a:custClr name="Middle Blue 100%">
      <a:srgbClr val="004D7A"/>
    </a:custClr>
    <a:custClr name="Middle Blue 50%">
      <a:srgbClr val="7FA5BC"/>
    </a:custClr>
    <a:custClr>
      <a:srgbClr val="FFFFFF"/>
    </a:custClr>
    <a:custClr name="Black 100%">
      <a:srgbClr val="000000"/>
    </a:custClr>
    <a:custClr name="Black 50%">
      <a:srgbClr val="7F7F7F"/>
    </a:custClr>
    <a:custClr name="Black 25%">
      <a:srgbClr val="BFBFBF"/>
    </a:custClr>
    <a:custClr>
      <a:srgbClr val="FFFFFF"/>
    </a:custClr>
    <a:custClr name="1. Step color gradient">
      <a:srgbClr val="1179BF"/>
    </a:custClr>
    <a:custClr name="2. Step color gradient">
      <a:srgbClr val="004D7A"/>
    </a:custClr>
    <a:custClr name="3. Step color gradient">
      <a:srgbClr val="001024"/>
    </a:custClr>
    <a:custClr>
      <a:srgbClr val="FFFFFF"/>
    </a:custClr>
    <a:custClr name="ZF Red - Only highlight color">
      <a:srgbClr val="DD0C29"/>
    </a:custClr>
  </a:custClrLst>
  <a:extLst>
    <a:ext uri="{05A4C25C-085E-4340-85A3-A5531E510DB2}">
      <thm15:themeFamily xmlns:thm15="http://schemas.microsoft.com/office/thememl/2012/main" name="master_zf.potx" id="{33C93C15-1C72-42CC-8643-212A0A29F1D8}" vid="{2F7CBDA7-1E2C-4E47-9EBA-456DA162517C}"/>
    </a:ext>
  </a:extLst>
</a:theme>
</file>

<file path=ppt/theme/theme2.xml><?xml version="1.0" encoding="utf-8"?>
<a:theme xmlns:a="http://schemas.openxmlformats.org/drawingml/2006/main" name="Larissa">
  <a:themeElements>
    <a:clrScheme name="© ZF Friedrichshafen AG">
      <a:dk1>
        <a:srgbClr val="000000"/>
      </a:dk1>
      <a:lt1>
        <a:srgbClr val="FFFFFF"/>
      </a:lt1>
      <a:dk2>
        <a:srgbClr val="00ABE7"/>
      </a:dk2>
      <a:lt2>
        <a:srgbClr val="BFBFBF"/>
      </a:lt2>
      <a:accent1>
        <a:srgbClr val="7FA5BC"/>
      </a:accent1>
      <a:accent2>
        <a:srgbClr val="7FD5F3"/>
      </a:accent2>
      <a:accent3>
        <a:srgbClr val="BFEAF9"/>
      </a:accent3>
      <a:accent4>
        <a:srgbClr val="004D7A"/>
      </a:accent4>
      <a:accent5>
        <a:srgbClr val="1179BF"/>
      </a:accent5>
      <a:accent6>
        <a:srgbClr val="81BCDF"/>
      </a:accent6>
      <a:hlink>
        <a:srgbClr val="00ABE7"/>
      </a:hlink>
      <a:folHlink>
        <a:srgbClr val="7FD5F3"/>
      </a:folHlink>
    </a:clrScheme>
    <a:fontScheme name="© ZF Friedrichshafen AG">
      <a:majorFont>
        <a:latin typeface="Tahoma"/>
        <a:ea typeface=""/>
        <a:cs typeface=""/>
      </a:majorFont>
      <a:minorFont>
        <a:latin typeface="Tahoma"/>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ZF Friedrichshafen AG">
      <a:dk1>
        <a:srgbClr val="000000"/>
      </a:dk1>
      <a:lt1>
        <a:srgbClr val="FFFFFF"/>
      </a:lt1>
      <a:dk2>
        <a:srgbClr val="00ABE7"/>
      </a:dk2>
      <a:lt2>
        <a:srgbClr val="BFBFBF"/>
      </a:lt2>
      <a:accent1>
        <a:srgbClr val="7FA5BC"/>
      </a:accent1>
      <a:accent2>
        <a:srgbClr val="7FD5F3"/>
      </a:accent2>
      <a:accent3>
        <a:srgbClr val="BFEAF9"/>
      </a:accent3>
      <a:accent4>
        <a:srgbClr val="004D7A"/>
      </a:accent4>
      <a:accent5>
        <a:srgbClr val="1179BF"/>
      </a:accent5>
      <a:accent6>
        <a:srgbClr val="81BCDF"/>
      </a:accent6>
      <a:hlink>
        <a:srgbClr val="00ABE7"/>
      </a:hlink>
      <a:folHlink>
        <a:srgbClr val="7FD5F3"/>
      </a:folHlink>
    </a:clrScheme>
    <a:fontScheme name="© ZF Friedrichshafen AG">
      <a:majorFont>
        <a:latin typeface="Tahoma"/>
        <a:ea typeface=""/>
        <a:cs typeface=""/>
      </a:majorFont>
      <a:minorFont>
        <a:latin typeface="Tahoma"/>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b1f6581-e494-4b59-af19-099a9c0ee367" xsi:nil="true"/>
    <lcf76f155ced4ddcb4097134ff3c332f xmlns="b242c348-947e-4da0-8d34-c70cd4d2e480">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977D58C2E4D7545BB52976F940F120B" ma:contentTypeVersion="20" ma:contentTypeDescription="Create a new document." ma:contentTypeScope="" ma:versionID="bc468e9b13dbdb4c797ee0a0c24af59d">
  <xsd:schema xmlns:xsd="http://www.w3.org/2001/XMLSchema" xmlns:xs="http://www.w3.org/2001/XMLSchema" xmlns:p="http://schemas.microsoft.com/office/2006/metadata/properties" xmlns:ns2="b242c348-947e-4da0-8d34-c70cd4d2e480" xmlns:ns3="bb1f6581-e494-4b59-af19-099a9c0ee367" targetNamespace="http://schemas.microsoft.com/office/2006/metadata/properties" ma:root="true" ma:fieldsID="e3bccc68c43cfb0c9cfbb6a9c08bfe9c" ns2:_="" ns3:_="">
    <xsd:import namespace="b242c348-947e-4da0-8d34-c70cd4d2e480"/>
    <xsd:import namespace="bb1f6581-e494-4b59-af19-099a9c0ee3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3:SharedWithUsers" minOccurs="0"/>
                <xsd:element ref="ns3:SharedWithDetails" minOccurs="0"/>
                <xsd:element ref="ns2:MediaServiceOCR" minOccurs="0"/>
                <xsd:element ref="ns2:MediaServiceAutoKeyPoints" minOccurs="0"/>
                <xsd:element ref="ns2:MediaServiceKeyPoints" minOccurs="0"/>
                <xsd:element ref="ns2:MediaServiceGenerationTime" minOccurs="0"/>
                <xsd:element ref="ns2:MediaServiceEventHashCode" minOccurs="0"/>
                <xsd:element ref="ns2:MediaLengthInSeconds" minOccurs="0"/>
                <xsd:element ref="ns3:TaxCatchAll" minOccurs="0"/>
                <xsd:element ref="ns2:lcf76f155ced4ddcb4097134ff3c332f"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42c348-947e-4da0-8d34-c70cd4d2e4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1535f45-074a-4eaf-b5ce-0ad645dc0277"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b1f6581-e494-4b59-af19-099a9c0ee36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3dc2cb4-432d-4661-8ef6-3010b122da7d}" ma:internalName="TaxCatchAll" ma:showField="CatchAllData" ma:web="bb1f6581-e494-4b59-af19-099a9c0ee3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9EFA75C-0EE5-4C77-8362-3C0840E1F93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2CE44AD-EFCF-4427-8868-CBAAF06D460D}"/>
</file>

<file path=customXml/itemProps3.xml><?xml version="1.0" encoding="utf-8"?>
<ds:datastoreItem xmlns:ds="http://schemas.openxmlformats.org/officeDocument/2006/customXml" ds:itemID="{B2041139-712B-40C9-A37D-27D405D1BE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1807</Words>
  <Application>Microsoft Office PowerPoint</Application>
  <PresentationFormat>Custom</PresentationFormat>
  <Paragraphs>272</Paragraphs>
  <Slides>20</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6" baseType="lpstr">
      <vt:lpstr>Arial</vt:lpstr>
      <vt:lpstr>Calibri</vt:lpstr>
      <vt:lpstr>Tahoma</vt:lpstr>
      <vt:lpstr>Wingdings</vt:lpstr>
      <vt:lpstr>ZF AG</vt:lpstr>
      <vt:lpstr>Adobe Acrobat Document</vt:lpstr>
      <vt:lpstr>vHSM Configuration and Setting TC36X</vt:lpstr>
      <vt:lpstr>PowerPoint Presentation</vt:lpstr>
      <vt:lpstr>PowerPoint Presentation</vt:lpstr>
      <vt:lpstr>vHsm Overview</vt:lpstr>
      <vt:lpstr>vHsm Overview.. contd</vt:lpstr>
      <vt:lpstr>PowerPoint Presentation</vt:lpstr>
      <vt:lpstr>Data and Service Flow</vt:lpstr>
      <vt:lpstr>PowerPoint Presentation</vt:lpstr>
      <vt:lpstr>HSM Inter-Processor Communication (IPC)</vt:lpstr>
      <vt:lpstr>HSM Inter-Processor Communication (IPC) …contd</vt:lpstr>
      <vt:lpstr>HSM Inter-Processor Communication (IPC) …contd</vt:lpstr>
      <vt:lpstr>PowerPoint Presentation</vt:lpstr>
      <vt:lpstr>Integration</vt:lpstr>
      <vt:lpstr>PowerPoint Presentation</vt:lpstr>
      <vt:lpstr>HSM PFLASH Memory</vt:lpstr>
      <vt:lpstr>HSM DFLASH Memory</vt:lpstr>
      <vt:lpstr>PowerPoint Presentation</vt:lpstr>
      <vt:lpstr>HSM UCB Settings:</vt:lpstr>
      <vt:lpstr>PowerPoint Presentation</vt:lpstr>
      <vt:lpstr>Synchronizing HSM and Application Core: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vHSM Configuration and Setting</dc:title>
  <dc:creator>Ghouhan Nirdosh HYD DIIEU43</dc:creator>
  <cp:lastModifiedBy>Ghouhan Nirdosh HYD DIIEU43</cp:lastModifiedBy>
  <cp:revision>50</cp:revision>
  <dcterms:created xsi:type="dcterms:W3CDTF">2021-07-15T02:59:29Z</dcterms:created>
  <dcterms:modified xsi:type="dcterms:W3CDTF">2021-07-15T11:07:16Z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0x0101004977D58C2E4D7545BB52976F940F120B</vt:lpwstr>
  </property>
  <property fmtid="{D5CDD505-2E9C-101B-9397-08002B2CF9AE}" pid="3" name="MSIP_Label_134277c1-31d4-4dba-9248-3ba93a3f3112_Enabled">
    <vt:lpwstr>true</vt:lpwstr>
  </property>
  <property fmtid="{D5CDD505-2E9C-101B-9397-08002B2CF9AE}" pid="4" name="MSIP_Label_134277c1-31d4-4dba-9248-3ba93a3f3112_SetDate">
    <vt:lpwstr>2021-07-15T11:07:16Z</vt:lpwstr>
  </property>
  <property fmtid="{D5CDD505-2E9C-101B-9397-08002B2CF9AE}" pid="5" name="MSIP_Label_134277c1-31d4-4dba-9248-3ba93a3f3112_Method">
    <vt:lpwstr>Privileged</vt:lpwstr>
  </property>
  <property fmtid="{D5CDD505-2E9C-101B-9397-08002B2CF9AE}" pid="6" name="MSIP_Label_134277c1-31d4-4dba-9248-3ba93a3f3112_Name">
    <vt:lpwstr>Internal sub1</vt:lpwstr>
  </property>
  <property fmtid="{D5CDD505-2E9C-101B-9397-08002B2CF9AE}" pid="7" name="MSIP_Label_134277c1-31d4-4dba-9248-3ba93a3f3112_SiteId">
    <vt:lpwstr>eb70b763-b6d7-4486-8555-8831709a784e</vt:lpwstr>
  </property>
  <property fmtid="{D5CDD505-2E9C-101B-9397-08002B2CF9AE}" pid="8" name="MSIP_Label_134277c1-31d4-4dba-9248-3ba93a3f3112_ActionId">
    <vt:lpwstr>77737022-66e4-435f-9aee-d9a6aa1de6e5</vt:lpwstr>
  </property>
  <property fmtid="{D5CDD505-2E9C-101B-9397-08002B2CF9AE}" pid="9" name="MSIP_Label_134277c1-31d4-4dba-9248-3ba93a3f3112_ContentBits">
    <vt:lpwstr>1</vt:lpwstr>
  </property>
</Properties>
</file>